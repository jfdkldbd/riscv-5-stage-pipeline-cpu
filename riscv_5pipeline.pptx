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368" r:id="rId3"/>
    <p:sldId id="355" r:id="rId4"/>
    <p:sldId id="369" r:id="rId5"/>
    <p:sldId id="367" r:id="rId6"/>
    <p:sldId id="292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282"/>
    <a:srgbClr val="9C1012"/>
    <a:srgbClr val="03617A"/>
    <a:srgbClr val="015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00:14.0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48 0 24575,'0'198'0,"-1"-191"0,0 1 0,-1-1 0,0 0 0,0 0 0,0-1 0,-1 1 0,0 0 0,-6 9 0,0 1 0,9-16 0,0-1 0,0 1 0,-1-1 0,1 1 0,0-1 0,0 1 0,-1-1 0,1 1 0,0-1 0,-1 1 0,1-1 0,0 1 0,-1-1 0,1 0 0,0 1 0,-1-1 0,1 0 0,-1 1 0,1-1 0,-1 0 0,1 0 0,-2 1 0,2-1 0,0-1 0,-1 1 0,1 0 0,0-1 0,-1 1 0,1-1 0,0 1 0,0 0 0,-1-1 0,1 1 0,0-1 0,0 1 0,0-1 0,0 1 0,-1-1 0,1 1 0,0-1 0,0 1 0,0-1 0,-1-34 0,1 32 0,0-3 0,0-8 0,0 0 0,1 0 0,1 0 0,6-25 0,-7 36 0,0-1 0,0 1 0,1-1 0,0 1 0,-1 0 0,1 0 0,1 0 0,-1 0 0,0 0 0,1 0 0,-1 0 0,1 1 0,0-1 0,0 1 0,0 0 0,0 0 0,0 0 0,0 0 0,1 1 0,-1-1 0,0 1 0,1 0 0,5-1 0,43-8-1365,-35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00:17.9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216 366 24575,'0'-2'0,"-1"0"0,1-1 0,-1 1 0,0 0 0,0 0 0,0 0 0,0 0 0,0 0 0,-1 0 0,1 0 0,-1 0 0,1 0 0,-1 1 0,1-1 0,-1 0 0,0 1 0,0 0 0,0-1 0,-3-1 0,0 0 0,0 0 0,0 1 0,-1-1 0,1 1 0,-1 0 0,-10-2 0,13 4 0,1 0 0,-1 0 0,0 0 0,1 1 0,-1-1 0,1 1 0,-1-1 0,0 1 0,1 0 0,-1 0 0,1 0 0,0 1 0,-1-1 0,1 0 0,-3 4 0,-4 2 0,0 1 0,-9 10 0,14-14 0,-3 4 0,-1 0 0,0 0 0,-7 11 0,13-16 0,0 1 0,0-1 0,0 1 0,1-1 0,-1 1 0,1-1 0,0 1 0,0 0 0,0 0 0,0 4 0,0 17 0,4 52 0,-3-76 0,0 0 0,0 0 0,0 0 0,0 1 0,0-1 0,1 0 0,-1 0 0,0 0 0,1 1 0,-1-1 0,1 0 0,-1 0 0,1 0 0,0 0 0,-1 0 0,1 0 0,0 0 0,0 0 0,0 0 0,1 0 0,-1 0 0,0-1 0,0 0 0,0 0 0,0 1 0,0-1 0,0 0 0,0 0 0,0 0 0,0 0 0,0 0 0,0 0 0,0 0 0,0-1 0,0 1 0,0 0 0,-1 0 0,1-1 0,0 1 0,1-1 0,2-2 0,0 1 0,0-1 0,0 1 0,-1-1 0,0 0 0,1 0 0,-1-1 0,0 1 0,4-7 0,1-6 0,0-1 0,-1-1 0,7-26 0,-9 28 0,2-16 0,0 0 0,-2 0 0,2-44 0,-6 61 0,2 0 0,0 0 0,1 1 0,9-24 0,-5 16 0,-3 4 0,5-36 0,-3 16 0,-5 27 0,1-1 0,-2 28 0,-2 471-1365,1-473-5461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00:07.9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48 24575,'9'-1'0,"1"0"0,-1 0 0,0-1 0,16-5 0,17-4 0,-10 7 0,57 2 0,-9 0 0,-7-11 0,167 10 0,-132 4 0,153-1-1365,-246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00:09.6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309 0 24575,'0'2'0,"-1"0"0,0-1 0,0 0 0,0 1 0,0-1 0,0 1 0,0-1 0,0 0 0,0 0 0,0 0 0,0 1 0,-1-1 0,1 0 0,0-1 0,-1 1 0,-1 1 0,-1 0 0,-15 14 0,-1 0 0,-16 19 0,8-8 0,20-20 0,0-1 0,0 0 0,-14 7 0,15-10 0,0 1 0,1 0 0,0 0 0,0 1 0,0-1 0,0 1 0,1 1 0,-7 7 0,8-7 0,-1 0 0,0-1 0,0 1 0,-1-1 0,0 0 0,1-1 0,-2 1 0,-11 6 0,17-11 0,0 1 0,0-1 0,0 1 0,0-1 0,1 1 0,-1 0 0,0-1 0,0 1 0,1 0 0,-1-1 0,1 1 0,-1 0 0,0 0 0,1 0 0,-1 0 0,1-1 0,0 1 0,-1 2 0,1-2 0,0 0 0,0-1 0,0 1 0,0 0 0,0 0 0,1-1 0,-1 1 0,0 0 0,0 0 0,1-1 0,-1 1 0,0 0 0,1-1 0,-1 1 0,1 0 0,-1-1 0,1 1 0,1 0 0,3 3 0,1 0 0,-1 0 0,1 0 0,10 3 0,-2 0 0,-6-1 0,1 0 0,-1 0 0,0 1 0,8 8 0,-8-6 0,0-2 0,1 1 0,13 8 0,-5-5-116,61 39-1133,-64-40-5577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00:30.7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37 24575,'3'0'0,"0"-1"0,0 1 0,1-1 0,-1 0 0,5-2 0,12-3 0,60-1 0,1 1 0,-35 2 0,-1 1 0,52 4 0,47-1 0,-129-2-1365,-2-2-5461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29:22.3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03:29:36.6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3469 24575,'997'0'0,"-901"8"0,-5 0 0,296-9 0,-348-1 0,71-13 0,-9 1 0,-13 0 0,-57 7 0,43-2 0,249 7 0,-172 3 0,828-1 0,-959 2 0,0 0 0,0 1 0,25 7 0,-22-5 0,0 0 0,25 1 0,181-6 0,-105-1 0,105 1 0,-226 0 0,0 0 0,0 0 0,0-1 0,0 1 0,0-1 0,0 1 0,0-1 0,0 0 0,0 0 0,0-1 0,0 1 0,2-2 0,-3 1 0,0 1 0,0-1 0,-1 1 0,1-1 0,-1 0 0,1 0 0,-1 0 0,0 0 0,0 0 0,0 0 0,0 0 0,0 0 0,0 0 0,0 0 0,-1 0 0,1-5 0,2-8 0,9-25 0,-8 28 0,0-1 0,-1 0 0,1-15 0,-1-8 0,-6-67 0,-4 47 0,3 30 0,0-32 0,5-225 0,0 259 0,7-37 0,-2 21 0,10-63 0,-5 25 0,23-90 0,-30 154 0,1 1 0,8-15 0,-8 17 0,0 0 0,-1 0 0,5-20 0,21-157 0,-26 133 0,-4-74 0,-2 50 0,2-780 0,1 838 0,7-36 0,-5 36 0,2-35 0,4-31 0,-3 33 0,9-50 0,-1 29 0,-13 68 0,0 1 0,1 0 0,-1 0 0,1 0 0,4-8 0,7-21 0,-2-47 0,-5 29 0,0-49 0,-2 87-1365,3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8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 userDrawn="1"/>
        </p:nvSpPr>
        <p:spPr bwMode="auto">
          <a:xfrm>
            <a:off x="695325" y="608012"/>
            <a:ext cx="840652" cy="489268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KSO_Shape"/>
          <p:cNvSpPr/>
          <p:nvPr userDrawn="1"/>
        </p:nvSpPr>
        <p:spPr bwMode="auto">
          <a:xfrm>
            <a:off x="1109662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KSO_Shape"/>
          <p:cNvSpPr/>
          <p:nvPr userDrawn="1"/>
        </p:nvSpPr>
        <p:spPr bwMode="auto">
          <a:xfrm>
            <a:off x="10648111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KSO_Shape"/>
          <p:cNvSpPr/>
          <p:nvPr userDrawn="1"/>
        </p:nvSpPr>
        <p:spPr bwMode="auto">
          <a:xfrm>
            <a:off x="10199597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9751083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KSO_Shape"/>
          <p:cNvSpPr/>
          <p:nvPr userDrawn="1"/>
        </p:nvSpPr>
        <p:spPr bwMode="auto">
          <a:xfrm>
            <a:off x="9302569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29888" y="6241745"/>
            <a:ext cx="939240" cy="144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第 </a:t>
            </a:r>
            <a:fld id="{75168D04-7926-484C-B90B-2D13ABC6EC6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10529888" y="6434735"/>
            <a:ext cx="939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dist">
              <a:def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竢实扬华，自强不息</a:t>
            </a:r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621701" y="739001"/>
            <a:ext cx="3188423" cy="249299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 marL="0" indent="0">
              <a:buFontTx/>
              <a:buNone/>
              <a:defRPr lang="zh-CN" altLang="en-US" sz="18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编辑母版文本样式</a:t>
            </a:r>
          </a:p>
        </p:txBody>
      </p:sp>
      <p:sp>
        <p:nvSpPr>
          <p:cNvPr id="17" name="KSO_Shape"/>
          <p:cNvSpPr/>
          <p:nvPr userDrawn="1"/>
        </p:nvSpPr>
        <p:spPr bwMode="auto">
          <a:xfrm>
            <a:off x="8854055" y="804863"/>
            <a:ext cx="400050" cy="400050"/>
          </a:xfrm>
          <a:custGeom>
            <a:avLst/>
            <a:gdLst>
              <a:gd name="T0" fmla="*/ 899372 w 2764"/>
              <a:gd name="T1" fmla="*/ 1800397 h 2764"/>
              <a:gd name="T2" fmla="*/ 0 w 2764"/>
              <a:gd name="T3" fmla="*/ 900198 h 2764"/>
              <a:gd name="T4" fmla="*/ 899372 w 2764"/>
              <a:gd name="T5" fmla="*/ 0 h 2764"/>
              <a:gd name="T6" fmla="*/ 1798743 w 2764"/>
              <a:gd name="T7" fmla="*/ 900198 h 2764"/>
              <a:gd name="T8" fmla="*/ 899372 w 2764"/>
              <a:gd name="T9" fmla="*/ 1800397 h 2764"/>
              <a:gd name="T10" fmla="*/ 811517 w 2764"/>
              <a:gd name="T11" fmla="*/ 110734 h 2764"/>
              <a:gd name="T12" fmla="*/ 748392 w 2764"/>
              <a:gd name="T13" fmla="*/ 173917 h 2764"/>
              <a:gd name="T14" fmla="*/ 811517 w 2764"/>
              <a:gd name="T15" fmla="*/ 237751 h 2764"/>
              <a:gd name="T16" fmla="*/ 875293 w 2764"/>
              <a:gd name="T17" fmla="*/ 173917 h 2764"/>
              <a:gd name="T18" fmla="*/ 811517 w 2764"/>
              <a:gd name="T19" fmla="*/ 110734 h 2764"/>
              <a:gd name="T20" fmla="*/ 980068 w 2764"/>
              <a:gd name="T21" fmla="*/ 110734 h 2764"/>
              <a:gd name="T22" fmla="*/ 916942 w 2764"/>
              <a:gd name="T23" fmla="*/ 173917 h 2764"/>
              <a:gd name="T24" fmla="*/ 980068 w 2764"/>
              <a:gd name="T25" fmla="*/ 237751 h 2764"/>
              <a:gd name="T26" fmla="*/ 1043193 w 2764"/>
              <a:gd name="T27" fmla="*/ 173917 h 2764"/>
              <a:gd name="T28" fmla="*/ 980068 w 2764"/>
              <a:gd name="T29" fmla="*/ 110734 h 2764"/>
              <a:gd name="T30" fmla="*/ 1365327 w 2764"/>
              <a:gd name="T31" fmla="*/ 455310 h 2764"/>
              <a:gd name="T32" fmla="*/ 1147317 w 2764"/>
              <a:gd name="T33" fmla="*/ 248825 h 2764"/>
              <a:gd name="T34" fmla="*/ 896768 w 2764"/>
              <a:gd name="T35" fmla="*/ 248825 h 2764"/>
              <a:gd name="T36" fmla="*/ 644268 w 2764"/>
              <a:gd name="T37" fmla="*/ 248825 h 2764"/>
              <a:gd name="T38" fmla="*/ 426258 w 2764"/>
              <a:gd name="T39" fmla="*/ 455310 h 2764"/>
              <a:gd name="T40" fmla="*/ 426258 w 2764"/>
              <a:gd name="T41" fmla="*/ 1194619 h 2764"/>
              <a:gd name="T42" fmla="*/ 596110 w 2764"/>
              <a:gd name="T43" fmla="*/ 1388729 h 2764"/>
              <a:gd name="T44" fmla="*/ 442527 w 2764"/>
              <a:gd name="T45" fmla="*/ 1590655 h 2764"/>
              <a:gd name="T46" fmla="*/ 579841 w 2764"/>
              <a:gd name="T47" fmla="*/ 1590655 h 2764"/>
              <a:gd name="T48" fmla="*/ 665092 w 2764"/>
              <a:gd name="T49" fmla="*/ 1481875 h 2764"/>
              <a:gd name="T50" fmla="*/ 1126492 w 2764"/>
              <a:gd name="T51" fmla="*/ 1481875 h 2764"/>
              <a:gd name="T52" fmla="*/ 1211744 w 2764"/>
              <a:gd name="T53" fmla="*/ 1590655 h 2764"/>
              <a:gd name="T54" fmla="*/ 1349708 w 2764"/>
              <a:gd name="T55" fmla="*/ 1590655 h 2764"/>
              <a:gd name="T56" fmla="*/ 1195474 w 2764"/>
              <a:gd name="T57" fmla="*/ 1388729 h 2764"/>
              <a:gd name="T58" fmla="*/ 1365327 w 2764"/>
              <a:gd name="T59" fmla="*/ 1194619 h 2764"/>
              <a:gd name="T60" fmla="*/ 1365327 w 2764"/>
              <a:gd name="T61" fmla="*/ 455310 h 2764"/>
              <a:gd name="T62" fmla="*/ 1140809 w 2764"/>
              <a:gd name="T63" fmla="*/ 794676 h 2764"/>
              <a:gd name="T64" fmla="*/ 650775 w 2764"/>
              <a:gd name="T65" fmla="*/ 794676 h 2764"/>
              <a:gd name="T66" fmla="*/ 535588 w 2764"/>
              <a:gd name="T67" fmla="*/ 706089 h 2764"/>
              <a:gd name="T68" fmla="*/ 535588 w 2764"/>
              <a:gd name="T69" fmla="*/ 575163 h 2764"/>
              <a:gd name="T70" fmla="*/ 650775 w 2764"/>
              <a:gd name="T71" fmla="*/ 469640 h 2764"/>
              <a:gd name="T72" fmla="*/ 1140809 w 2764"/>
              <a:gd name="T73" fmla="*/ 469640 h 2764"/>
              <a:gd name="T74" fmla="*/ 1255996 w 2764"/>
              <a:gd name="T75" fmla="*/ 575163 h 2764"/>
              <a:gd name="T76" fmla="*/ 1255996 w 2764"/>
              <a:gd name="T77" fmla="*/ 706089 h 2764"/>
              <a:gd name="T78" fmla="*/ 1140809 w 2764"/>
              <a:gd name="T79" fmla="*/ 794676 h 2764"/>
              <a:gd name="T80" fmla="*/ 1012606 w 2764"/>
              <a:gd name="T81" fmla="*/ 398641 h 2764"/>
              <a:gd name="T82" fmla="*/ 778978 w 2764"/>
              <a:gd name="T83" fmla="*/ 398641 h 2764"/>
              <a:gd name="T84" fmla="*/ 739281 w 2764"/>
              <a:gd name="T85" fmla="*/ 371934 h 2764"/>
              <a:gd name="T86" fmla="*/ 739281 w 2764"/>
              <a:gd name="T87" fmla="*/ 326338 h 2764"/>
              <a:gd name="T88" fmla="*/ 778978 w 2764"/>
              <a:gd name="T89" fmla="*/ 323733 h 2764"/>
              <a:gd name="T90" fmla="*/ 1012606 w 2764"/>
              <a:gd name="T91" fmla="*/ 323733 h 2764"/>
              <a:gd name="T92" fmla="*/ 1052304 w 2764"/>
              <a:gd name="T93" fmla="*/ 350439 h 2764"/>
              <a:gd name="T94" fmla="*/ 1052304 w 2764"/>
              <a:gd name="T95" fmla="*/ 371934 h 2764"/>
              <a:gd name="T96" fmla="*/ 1012606 w 2764"/>
              <a:gd name="T97" fmla="*/ 398641 h 2764"/>
              <a:gd name="T98" fmla="*/ 646871 w 2764"/>
              <a:gd name="T99" fmla="*/ 1103427 h 2764"/>
              <a:gd name="T100" fmla="*/ 736027 w 2764"/>
              <a:gd name="T101" fmla="*/ 1192665 h 2764"/>
              <a:gd name="T102" fmla="*/ 646871 w 2764"/>
              <a:gd name="T103" fmla="*/ 1282555 h 2764"/>
              <a:gd name="T104" fmla="*/ 557064 w 2764"/>
              <a:gd name="T105" fmla="*/ 1192665 h 2764"/>
              <a:gd name="T106" fmla="*/ 646871 w 2764"/>
              <a:gd name="T107" fmla="*/ 1103427 h 2764"/>
              <a:gd name="T108" fmla="*/ 1142761 w 2764"/>
              <a:gd name="T109" fmla="*/ 1103427 h 2764"/>
              <a:gd name="T110" fmla="*/ 1232568 w 2764"/>
              <a:gd name="T111" fmla="*/ 1193317 h 2764"/>
              <a:gd name="T112" fmla="*/ 1142761 w 2764"/>
              <a:gd name="T113" fmla="*/ 1282555 h 2764"/>
              <a:gd name="T114" fmla="*/ 1053605 w 2764"/>
              <a:gd name="T115" fmla="*/ 1193317 h 2764"/>
              <a:gd name="T116" fmla="*/ 1142761 w 2764"/>
              <a:gd name="T117" fmla="*/ 1103427 h 276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764" h="2764">
                <a:moveTo>
                  <a:pt x="1382" y="2764"/>
                </a:moveTo>
                <a:cubicBezTo>
                  <a:pt x="619" y="2764"/>
                  <a:pt x="0" y="2145"/>
                  <a:pt x="0" y="1382"/>
                </a:cubicBezTo>
                <a:cubicBezTo>
                  <a:pt x="0" y="619"/>
                  <a:pt x="619" y="0"/>
                  <a:pt x="1382" y="0"/>
                </a:cubicBezTo>
                <a:cubicBezTo>
                  <a:pt x="2145" y="0"/>
                  <a:pt x="2764" y="619"/>
                  <a:pt x="2764" y="1382"/>
                </a:cubicBezTo>
                <a:cubicBezTo>
                  <a:pt x="2764" y="2145"/>
                  <a:pt x="2145" y="2764"/>
                  <a:pt x="1382" y="2764"/>
                </a:cubicBezTo>
                <a:close/>
                <a:moveTo>
                  <a:pt x="1247" y="170"/>
                </a:moveTo>
                <a:cubicBezTo>
                  <a:pt x="1193" y="170"/>
                  <a:pt x="1150" y="214"/>
                  <a:pt x="1150" y="267"/>
                </a:cubicBezTo>
                <a:cubicBezTo>
                  <a:pt x="1150" y="321"/>
                  <a:pt x="1193" y="365"/>
                  <a:pt x="1247" y="365"/>
                </a:cubicBezTo>
                <a:cubicBezTo>
                  <a:pt x="1301" y="365"/>
                  <a:pt x="1345" y="321"/>
                  <a:pt x="1345" y="267"/>
                </a:cubicBezTo>
                <a:cubicBezTo>
                  <a:pt x="1345" y="214"/>
                  <a:pt x="1301" y="170"/>
                  <a:pt x="1247" y="170"/>
                </a:cubicBezTo>
                <a:close/>
                <a:moveTo>
                  <a:pt x="1506" y="170"/>
                </a:moveTo>
                <a:cubicBezTo>
                  <a:pt x="1452" y="170"/>
                  <a:pt x="1409" y="214"/>
                  <a:pt x="1409" y="267"/>
                </a:cubicBezTo>
                <a:cubicBezTo>
                  <a:pt x="1409" y="321"/>
                  <a:pt x="1452" y="365"/>
                  <a:pt x="1506" y="365"/>
                </a:cubicBezTo>
                <a:cubicBezTo>
                  <a:pt x="1560" y="365"/>
                  <a:pt x="1603" y="321"/>
                  <a:pt x="1603" y="267"/>
                </a:cubicBezTo>
                <a:cubicBezTo>
                  <a:pt x="1603" y="214"/>
                  <a:pt x="1560" y="170"/>
                  <a:pt x="1506" y="170"/>
                </a:cubicBezTo>
                <a:close/>
                <a:moveTo>
                  <a:pt x="2098" y="699"/>
                </a:moveTo>
                <a:cubicBezTo>
                  <a:pt x="2098" y="541"/>
                  <a:pt x="1944" y="382"/>
                  <a:pt x="1763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990" y="382"/>
                  <a:pt x="990" y="382"/>
                  <a:pt x="990" y="382"/>
                </a:cubicBezTo>
                <a:cubicBezTo>
                  <a:pt x="809" y="382"/>
                  <a:pt x="655" y="541"/>
                  <a:pt x="655" y="699"/>
                </a:cubicBezTo>
                <a:cubicBezTo>
                  <a:pt x="655" y="1834"/>
                  <a:pt x="655" y="1834"/>
                  <a:pt x="655" y="1834"/>
                </a:cubicBezTo>
                <a:cubicBezTo>
                  <a:pt x="655" y="1987"/>
                  <a:pt x="796" y="2113"/>
                  <a:pt x="916" y="2132"/>
                </a:cubicBezTo>
                <a:cubicBezTo>
                  <a:pt x="680" y="2442"/>
                  <a:pt x="680" y="2442"/>
                  <a:pt x="680" y="2442"/>
                </a:cubicBezTo>
                <a:cubicBezTo>
                  <a:pt x="891" y="2442"/>
                  <a:pt x="891" y="2442"/>
                  <a:pt x="891" y="2442"/>
                </a:cubicBezTo>
                <a:cubicBezTo>
                  <a:pt x="1022" y="2275"/>
                  <a:pt x="1022" y="2275"/>
                  <a:pt x="1022" y="2275"/>
                </a:cubicBezTo>
                <a:cubicBezTo>
                  <a:pt x="1731" y="2275"/>
                  <a:pt x="1731" y="2275"/>
                  <a:pt x="1731" y="2275"/>
                </a:cubicBezTo>
                <a:cubicBezTo>
                  <a:pt x="1862" y="2442"/>
                  <a:pt x="1862" y="2442"/>
                  <a:pt x="1862" y="2442"/>
                </a:cubicBezTo>
                <a:cubicBezTo>
                  <a:pt x="2074" y="2442"/>
                  <a:pt x="2074" y="2442"/>
                  <a:pt x="2074" y="2442"/>
                </a:cubicBezTo>
                <a:cubicBezTo>
                  <a:pt x="1837" y="2132"/>
                  <a:pt x="1837" y="2132"/>
                  <a:pt x="1837" y="2132"/>
                </a:cubicBezTo>
                <a:cubicBezTo>
                  <a:pt x="1957" y="2113"/>
                  <a:pt x="2098" y="1987"/>
                  <a:pt x="2098" y="1834"/>
                </a:cubicBezTo>
                <a:lnTo>
                  <a:pt x="2098" y="699"/>
                </a:lnTo>
                <a:close/>
                <a:moveTo>
                  <a:pt x="1753" y="1220"/>
                </a:moveTo>
                <a:cubicBezTo>
                  <a:pt x="1000" y="1220"/>
                  <a:pt x="1000" y="1220"/>
                  <a:pt x="1000" y="1220"/>
                </a:cubicBezTo>
                <a:cubicBezTo>
                  <a:pt x="914" y="1220"/>
                  <a:pt x="822" y="1182"/>
                  <a:pt x="823" y="1084"/>
                </a:cubicBezTo>
                <a:cubicBezTo>
                  <a:pt x="823" y="883"/>
                  <a:pt x="823" y="883"/>
                  <a:pt x="823" y="883"/>
                </a:cubicBezTo>
                <a:cubicBezTo>
                  <a:pt x="823" y="799"/>
                  <a:pt x="898" y="721"/>
                  <a:pt x="1000" y="721"/>
                </a:cubicBezTo>
                <a:cubicBezTo>
                  <a:pt x="1753" y="721"/>
                  <a:pt x="1753" y="721"/>
                  <a:pt x="1753" y="721"/>
                </a:cubicBezTo>
                <a:cubicBezTo>
                  <a:pt x="1855" y="721"/>
                  <a:pt x="1930" y="799"/>
                  <a:pt x="1930" y="883"/>
                </a:cubicBezTo>
                <a:cubicBezTo>
                  <a:pt x="1930" y="1084"/>
                  <a:pt x="1930" y="1084"/>
                  <a:pt x="1930" y="1084"/>
                </a:cubicBezTo>
                <a:cubicBezTo>
                  <a:pt x="1931" y="1182"/>
                  <a:pt x="1839" y="1220"/>
                  <a:pt x="1753" y="1220"/>
                </a:cubicBezTo>
                <a:close/>
                <a:moveTo>
                  <a:pt x="1556" y="612"/>
                </a:moveTo>
                <a:cubicBezTo>
                  <a:pt x="1197" y="612"/>
                  <a:pt x="1197" y="612"/>
                  <a:pt x="1197" y="612"/>
                </a:cubicBezTo>
                <a:cubicBezTo>
                  <a:pt x="1163" y="612"/>
                  <a:pt x="1136" y="593"/>
                  <a:pt x="1136" y="571"/>
                </a:cubicBezTo>
                <a:cubicBezTo>
                  <a:pt x="1136" y="501"/>
                  <a:pt x="1136" y="501"/>
                  <a:pt x="1136" y="501"/>
                </a:cubicBezTo>
                <a:cubicBezTo>
                  <a:pt x="1136" y="479"/>
                  <a:pt x="1164" y="497"/>
                  <a:pt x="1197" y="497"/>
                </a:cubicBezTo>
                <a:cubicBezTo>
                  <a:pt x="1556" y="497"/>
                  <a:pt x="1556" y="497"/>
                  <a:pt x="1556" y="497"/>
                </a:cubicBezTo>
                <a:cubicBezTo>
                  <a:pt x="1589" y="497"/>
                  <a:pt x="1617" y="516"/>
                  <a:pt x="1617" y="538"/>
                </a:cubicBezTo>
                <a:cubicBezTo>
                  <a:pt x="1617" y="571"/>
                  <a:pt x="1617" y="571"/>
                  <a:pt x="1617" y="571"/>
                </a:cubicBezTo>
                <a:cubicBezTo>
                  <a:pt x="1617" y="593"/>
                  <a:pt x="1590" y="612"/>
                  <a:pt x="1556" y="612"/>
                </a:cubicBezTo>
                <a:close/>
                <a:moveTo>
                  <a:pt x="994" y="1694"/>
                </a:moveTo>
                <a:cubicBezTo>
                  <a:pt x="1070" y="1694"/>
                  <a:pt x="1131" y="1755"/>
                  <a:pt x="1131" y="1831"/>
                </a:cubicBezTo>
                <a:cubicBezTo>
                  <a:pt x="1131" y="1907"/>
                  <a:pt x="1070" y="1969"/>
                  <a:pt x="994" y="1969"/>
                </a:cubicBezTo>
                <a:cubicBezTo>
                  <a:pt x="918" y="1969"/>
                  <a:pt x="856" y="1907"/>
                  <a:pt x="856" y="1831"/>
                </a:cubicBezTo>
                <a:cubicBezTo>
                  <a:pt x="856" y="1755"/>
                  <a:pt x="918" y="1694"/>
                  <a:pt x="994" y="1694"/>
                </a:cubicBezTo>
                <a:close/>
                <a:moveTo>
                  <a:pt x="1756" y="1694"/>
                </a:moveTo>
                <a:cubicBezTo>
                  <a:pt x="1832" y="1694"/>
                  <a:pt x="1894" y="1755"/>
                  <a:pt x="1894" y="1832"/>
                </a:cubicBezTo>
                <a:cubicBezTo>
                  <a:pt x="1894" y="1907"/>
                  <a:pt x="1832" y="1969"/>
                  <a:pt x="1756" y="1969"/>
                </a:cubicBezTo>
                <a:cubicBezTo>
                  <a:pt x="1680" y="1969"/>
                  <a:pt x="1619" y="1907"/>
                  <a:pt x="1619" y="1832"/>
                </a:cubicBezTo>
                <a:cubicBezTo>
                  <a:pt x="1619" y="1755"/>
                  <a:pt x="1680" y="1694"/>
                  <a:pt x="1756" y="169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400175" y="1004888"/>
            <a:ext cx="745388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0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" y="5442444"/>
            <a:ext cx="12186319" cy="1415557"/>
          </a:xfrm>
          <a:prstGeom prst="rect">
            <a:avLst/>
          </a:prstGeom>
        </p:spPr>
      </p:pic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719668" y="116637"/>
            <a:ext cx="10755197" cy="912067"/>
          </a:xfrm>
          <a:prstGeom prst="rect">
            <a:avLst/>
          </a:prstGeom>
        </p:spPr>
        <p:txBody>
          <a:bodyPr vert="horz" lIns="121917" tIns="60958" rIns="121917" bIns="60958" rtlCol="0" anchor="b">
            <a:noAutofit/>
          </a:bodyPr>
          <a:lstStyle/>
          <a:p>
            <a:pPr lvl="0" defTabSz="685800"/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idx="1"/>
          </p:nvPr>
        </p:nvSpPr>
        <p:spPr>
          <a:xfrm>
            <a:off x="719667" y="1149201"/>
            <a:ext cx="10749461" cy="49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60655" marR="0" lvl="0" indent="-160655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单击此处编辑母版文本样式</a:t>
            </a:r>
          </a:p>
          <a:p>
            <a:pPr marL="349250" marR="0" lvl="1" indent="-160655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第二级</a:t>
            </a:r>
          </a:p>
          <a:p>
            <a:pPr marL="503555" marR="0" lvl="2" indent="-160655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第三级</a:t>
            </a:r>
          </a:p>
          <a:p>
            <a:pPr marL="654685" marR="0" lvl="3" indent="-160655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第四级</a:t>
            </a:r>
          </a:p>
          <a:p>
            <a:pPr marL="808990" marR="0" lvl="4" indent="-160655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</a:pPr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100" b="1" kern="1200" dirty="0">
          <a:solidFill>
            <a:schemeClr val="tx1"/>
          </a:solidFill>
          <a:latin typeface="+mj-lt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altLang="en-US" sz="1400" kern="1200" baseline="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2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1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0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000" kern="1200" dirty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10.png"/><Relationship Id="rId5" Type="http://schemas.openxmlformats.org/officeDocument/2006/relationships/image" Target="../media/image7.jpg"/><Relationship Id="rId15" Type="http://schemas.openxmlformats.org/officeDocument/2006/relationships/image" Target="../media/image12.png"/><Relationship Id="rId10" Type="http://schemas.openxmlformats.org/officeDocument/2006/relationships/customXml" Target="../ink/ink3.xml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5.png"/><Relationship Id="rId7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5.png"/><Relationship Id="rId7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11" Type="http://schemas.openxmlformats.org/officeDocument/2006/relationships/customXml" Target="../ink/ink7.xml"/><Relationship Id="rId5" Type="http://schemas.openxmlformats.org/officeDocument/2006/relationships/image" Target="../media/image16.jp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1780458"/>
            <a:ext cx="12192000" cy="3449505"/>
          </a:xfrm>
          <a:prstGeom prst="rect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1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RISC-V 5 Pipeline CPU D</a:t>
            </a:r>
            <a:r>
              <a:rPr kumimoji="0" lang="en-US" altLang="zh-CN" sz="41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esign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等腰三角形 115"/>
          <p:cNvSpPr/>
          <p:nvPr/>
        </p:nvSpPr>
        <p:spPr>
          <a:xfrm flipV="1">
            <a:off x="5939807" y="5216315"/>
            <a:ext cx="312387" cy="187653"/>
          </a:xfrm>
          <a:prstGeom prst="triangle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60012" y="5770679"/>
            <a:ext cx="1338829" cy="843434"/>
            <a:chOff x="3843932" y="5499204"/>
            <a:chExt cx="1338829" cy="843434"/>
          </a:xfrm>
        </p:grpSpPr>
        <p:sp>
          <p:nvSpPr>
            <p:cNvPr id="118" name="文本框 117"/>
            <p:cNvSpPr txBox="1"/>
            <p:nvPr/>
          </p:nvSpPr>
          <p:spPr>
            <a:xfrm>
              <a:off x="3843932" y="5973306"/>
              <a:ext cx="1338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组长：张弛</a:t>
              </a:r>
            </a:p>
          </p:txBody>
        </p:sp>
        <p:grpSp>
          <p:nvGrpSpPr>
            <p:cNvPr id="132" name="组合 131"/>
            <p:cNvGrpSpPr/>
            <p:nvPr/>
          </p:nvGrpSpPr>
          <p:grpSpPr>
            <a:xfrm>
              <a:off x="4292154" y="5499204"/>
              <a:ext cx="442352" cy="442352"/>
              <a:chOff x="3954830" y="5669476"/>
              <a:chExt cx="552450" cy="552450"/>
            </a:xfrm>
          </p:grpSpPr>
          <p:sp>
            <p:nvSpPr>
              <p:cNvPr id="130" name="椭圆 129"/>
              <p:cNvSpPr/>
              <p:nvPr/>
            </p:nvSpPr>
            <p:spPr>
              <a:xfrm>
                <a:off x="3954830" y="5669476"/>
                <a:ext cx="552450" cy="552450"/>
              </a:xfrm>
              <a:prstGeom prst="ellipse">
                <a:avLst/>
              </a:prstGeom>
              <a:solidFill>
                <a:srgbClr val="024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21" name="组合 120"/>
              <p:cNvGrpSpPr/>
              <p:nvPr/>
            </p:nvGrpSpPr>
            <p:grpSpPr>
              <a:xfrm>
                <a:off x="4081088" y="5784382"/>
                <a:ext cx="299934" cy="356739"/>
                <a:chOff x="1574801" y="1125538"/>
                <a:chExt cx="2894012" cy="3442123"/>
              </a:xfrm>
              <a:solidFill>
                <a:schemeClr val="bg1"/>
              </a:solidFill>
            </p:grpSpPr>
            <p:sp>
              <p:nvSpPr>
                <p:cNvPr id="122" name="Freeform 5"/>
                <p:cNvSpPr>
                  <a:spLocks noEditPoints="1"/>
                </p:cNvSpPr>
                <p:nvPr/>
              </p:nvSpPr>
              <p:spPr bwMode="auto">
                <a:xfrm>
                  <a:off x="2524125" y="3284538"/>
                  <a:ext cx="288925" cy="287337"/>
                </a:xfrm>
                <a:custGeom>
                  <a:avLst/>
                  <a:gdLst>
                    <a:gd name="T0" fmla="*/ 0 w 264"/>
                    <a:gd name="T1" fmla="*/ 132 h 264"/>
                    <a:gd name="T2" fmla="*/ 39 w 264"/>
                    <a:gd name="T3" fmla="*/ 226 h 264"/>
                    <a:gd name="T4" fmla="*/ 132 w 264"/>
                    <a:gd name="T5" fmla="*/ 264 h 264"/>
                    <a:gd name="T6" fmla="*/ 226 w 264"/>
                    <a:gd name="T7" fmla="*/ 226 h 264"/>
                    <a:gd name="T8" fmla="*/ 264 w 264"/>
                    <a:gd name="T9" fmla="*/ 132 h 264"/>
                    <a:gd name="T10" fmla="*/ 226 w 264"/>
                    <a:gd name="T11" fmla="*/ 39 h 264"/>
                    <a:gd name="T12" fmla="*/ 132 w 264"/>
                    <a:gd name="T13" fmla="*/ 0 h 264"/>
                    <a:gd name="T14" fmla="*/ 39 w 264"/>
                    <a:gd name="T15" fmla="*/ 39 h 264"/>
                    <a:gd name="T16" fmla="*/ 0 w 264"/>
                    <a:gd name="T17" fmla="*/ 132 h 264"/>
                    <a:gd name="T18" fmla="*/ 0 w 264"/>
                    <a:gd name="T19" fmla="*/ 132 h 264"/>
                    <a:gd name="T20" fmla="*/ 0 w 264"/>
                    <a:gd name="T21" fmla="*/ 132 h 264"/>
                    <a:gd name="T22" fmla="*/ 0 w 264"/>
                    <a:gd name="T23" fmla="*/ 132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64" h="264">
                      <a:moveTo>
                        <a:pt x="0" y="132"/>
                      </a:moveTo>
                      <a:cubicBezTo>
                        <a:pt x="0" y="167"/>
                        <a:pt x="14" y="201"/>
                        <a:pt x="39" y="226"/>
                      </a:cubicBezTo>
                      <a:cubicBezTo>
                        <a:pt x="63" y="250"/>
                        <a:pt x="98" y="264"/>
                        <a:pt x="132" y="264"/>
                      </a:cubicBezTo>
                      <a:cubicBezTo>
                        <a:pt x="167" y="264"/>
                        <a:pt x="201" y="250"/>
                        <a:pt x="226" y="226"/>
                      </a:cubicBezTo>
                      <a:cubicBezTo>
                        <a:pt x="250" y="201"/>
                        <a:pt x="264" y="167"/>
                        <a:pt x="264" y="132"/>
                      </a:cubicBezTo>
                      <a:cubicBezTo>
                        <a:pt x="264" y="98"/>
                        <a:pt x="250" y="63"/>
                        <a:pt x="226" y="39"/>
                      </a:cubicBezTo>
                      <a:cubicBezTo>
                        <a:pt x="201" y="14"/>
                        <a:pt x="167" y="0"/>
                        <a:pt x="132" y="0"/>
                      </a:cubicBezTo>
                      <a:cubicBezTo>
                        <a:pt x="98" y="0"/>
                        <a:pt x="63" y="14"/>
                        <a:pt x="39" y="39"/>
                      </a:cubicBezTo>
                      <a:cubicBezTo>
                        <a:pt x="14" y="63"/>
                        <a:pt x="0" y="98"/>
                        <a:pt x="0" y="132"/>
                      </a:cubicBezTo>
                      <a:cubicBezTo>
                        <a:pt x="0" y="132"/>
                        <a:pt x="0" y="132"/>
                        <a:pt x="0" y="132"/>
                      </a:cubicBezTo>
                      <a:moveTo>
                        <a:pt x="0" y="132"/>
                      </a:moveTo>
                      <a:cubicBezTo>
                        <a:pt x="0" y="132"/>
                        <a:pt x="0" y="132"/>
                        <a:pt x="0" y="13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3" name="Freeform 6"/>
                <p:cNvSpPr>
                  <a:spLocks noEditPoints="1"/>
                </p:cNvSpPr>
                <p:nvPr/>
              </p:nvSpPr>
              <p:spPr bwMode="auto">
                <a:xfrm>
                  <a:off x="3230563" y="3284538"/>
                  <a:ext cx="288925" cy="287337"/>
                </a:xfrm>
                <a:custGeom>
                  <a:avLst/>
                  <a:gdLst>
                    <a:gd name="T0" fmla="*/ 0 w 264"/>
                    <a:gd name="T1" fmla="*/ 132 h 264"/>
                    <a:gd name="T2" fmla="*/ 39 w 264"/>
                    <a:gd name="T3" fmla="*/ 226 h 264"/>
                    <a:gd name="T4" fmla="*/ 132 w 264"/>
                    <a:gd name="T5" fmla="*/ 264 h 264"/>
                    <a:gd name="T6" fmla="*/ 225 w 264"/>
                    <a:gd name="T7" fmla="*/ 226 h 264"/>
                    <a:gd name="T8" fmla="*/ 264 w 264"/>
                    <a:gd name="T9" fmla="*/ 132 h 264"/>
                    <a:gd name="T10" fmla="*/ 225 w 264"/>
                    <a:gd name="T11" fmla="*/ 39 h 264"/>
                    <a:gd name="T12" fmla="*/ 132 w 264"/>
                    <a:gd name="T13" fmla="*/ 0 h 264"/>
                    <a:gd name="T14" fmla="*/ 39 w 264"/>
                    <a:gd name="T15" fmla="*/ 39 h 264"/>
                    <a:gd name="T16" fmla="*/ 0 w 264"/>
                    <a:gd name="T17" fmla="*/ 132 h 264"/>
                    <a:gd name="T18" fmla="*/ 0 w 264"/>
                    <a:gd name="T19" fmla="*/ 132 h 264"/>
                    <a:gd name="T20" fmla="*/ 0 w 264"/>
                    <a:gd name="T21" fmla="*/ 132 h 264"/>
                    <a:gd name="T22" fmla="*/ 0 w 264"/>
                    <a:gd name="T23" fmla="*/ 132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64" h="264">
                      <a:moveTo>
                        <a:pt x="0" y="132"/>
                      </a:moveTo>
                      <a:cubicBezTo>
                        <a:pt x="0" y="167"/>
                        <a:pt x="14" y="201"/>
                        <a:pt x="39" y="226"/>
                      </a:cubicBezTo>
                      <a:cubicBezTo>
                        <a:pt x="63" y="250"/>
                        <a:pt x="97" y="264"/>
                        <a:pt x="132" y="264"/>
                      </a:cubicBezTo>
                      <a:cubicBezTo>
                        <a:pt x="167" y="264"/>
                        <a:pt x="201" y="250"/>
                        <a:pt x="225" y="226"/>
                      </a:cubicBezTo>
                      <a:cubicBezTo>
                        <a:pt x="250" y="201"/>
                        <a:pt x="264" y="167"/>
                        <a:pt x="264" y="132"/>
                      </a:cubicBezTo>
                      <a:cubicBezTo>
                        <a:pt x="264" y="98"/>
                        <a:pt x="250" y="63"/>
                        <a:pt x="225" y="39"/>
                      </a:cubicBezTo>
                      <a:cubicBezTo>
                        <a:pt x="201" y="14"/>
                        <a:pt x="167" y="0"/>
                        <a:pt x="132" y="0"/>
                      </a:cubicBezTo>
                      <a:cubicBezTo>
                        <a:pt x="97" y="0"/>
                        <a:pt x="63" y="14"/>
                        <a:pt x="39" y="39"/>
                      </a:cubicBezTo>
                      <a:cubicBezTo>
                        <a:pt x="14" y="63"/>
                        <a:pt x="0" y="98"/>
                        <a:pt x="0" y="132"/>
                      </a:cubicBezTo>
                      <a:cubicBezTo>
                        <a:pt x="0" y="132"/>
                        <a:pt x="0" y="132"/>
                        <a:pt x="0" y="132"/>
                      </a:cubicBezTo>
                      <a:moveTo>
                        <a:pt x="0" y="132"/>
                      </a:moveTo>
                      <a:cubicBezTo>
                        <a:pt x="0" y="132"/>
                        <a:pt x="0" y="132"/>
                        <a:pt x="0" y="13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4" name="Freeform 7"/>
                <p:cNvSpPr>
                  <a:spLocks noEditPoints="1"/>
                </p:cNvSpPr>
                <p:nvPr/>
              </p:nvSpPr>
              <p:spPr bwMode="auto">
                <a:xfrm>
                  <a:off x="1574801" y="1125538"/>
                  <a:ext cx="2894012" cy="1349375"/>
                </a:xfrm>
                <a:custGeom>
                  <a:avLst/>
                  <a:gdLst>
                    <a:gd name="T0" fmla="*/ 2649 w 2649"/>
                    <a:gd name="T1" fmla="*/ 599 h 1236"/>
                    <a:gd name="T2" fmla="*/ 1324 w 2649"/>
                    <a:gd name="T3" fmla="*/ 0 h 1236"/>
                    <a:gd name="T4" fmla="*/ 0 w 2649"/>
                    <a:gd name="T5" fmla="*/ 599 h 1236"/>
                    <a:gd name="T6" fmla="*/ 1324 w 2649"/>
                    <a:gd name="T7" fmla="*/ 1199 h 1236"/>
                    <a:gd name="T8" fmla="*/ 2495 w 2649"/>
                    <a:gd name="T9" fmla="*/ 667 h 1236"/>
                    <a:gd name="T10" fmla="*/ 2436 w 2649"/>
                    <a:gd name="T11" fmla="*/ 1236 h 1236"/>
                    <a:gd name="T12" fmla="*/ 2519 w 2649"/>
                    <a:gd name="T13" fmla="*/ 1236 h 1236"/>
                    <a:gd name="T14" fmla="*/ 2603 w 2649"/>
                    <a:gd name="T15" fmla="*/ 1236 h 1236"/>
                    <a:gd name="T16" fmla="*/ 2543 w 2649"/>
                    <a:gd name="T17" fmla="*/ 645 h 1236"/>
                    <a:gd name="T18" fmla="*/ 2649 w 2649"/>
                    <a:gd name="T19" fmla="*/ 599 h 1236"/>
                    <a:gd name="T20" fmla="*/ 2649 w 2649"/>
                    <a:gd name="T21" fmla="*/ 599 h 1236"/>
                    <a:gd name="T22" fmla="*/ 2649 w 2649"/>
                    <a:gd name="T23" fmla="*/ 599 h 1236"/>
                    <a:gd name="T24" fmla="*/ 2649 w 2649"/>
                    <a:gd name="T25" fmla="*/ 599 h 1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649" h="1236">
                      <a:moveTo>
                        <a:pt x="2649" y="599"/>
                      </a:moveTo>
                      <a:cubicBezTo>
                        <a:pt x="1324" y="0"/>
                        <a:pt x="1324" y="0"/>
                        <a:pt x="1324" y="0"/>
                      </a:cubicBezTo>
                      <a:cubicBezTo>
                        <a:pt x="0" y="599"/>
                        <a:pt x="0" y="599"/>
                        <a:pt x="0" y="599"/>
                      </a:cubicBezTo>
                      <a:cubicBezTo>
                        <a:pt x="1324" y="1199"/>
                        <a:pt x="1324" y="1199"/>
                        <a:pt x="1324" y="1199"/>
                      </a:cubicBezTo>
                      <a:cubicBezTo>
                        <a:pt x="2495" y="667"/>
                        <a:pt x="2495" y="667"/>
                        <a:pt x="2495" y="667"/>
                      </a:cubicBezTo>
                      <a:cubicBezTo>
                        <a:pt x="2490" y="924"/>
                        <a:pt x="2456" y="1209"/>
                        <a:pt x="2436" y="1236"/>
                      </a:cubicBezTo>
                      <a:cubicBezTo>
                        <a:pt x="2519" y="1236"/>
                        <a:pt x="2519" y="1236"/>
                        <a:pt x="2519" y="1236"/>
                      </a:cubicBezTo>
                      <a:cubicBezTo>
                        <a:pt x="2603" y="1236"/>
                        <a:pt x="2603" y="1236"/>
                        <a:pt x="2603" y="1236"/>
                      </a:cubicBezTo>
                      <a:cubicBezTo>
                        <a:pt x="2582" y="1209"/>
                        <a:pt x="2547" y="908"/>
                        <a:pt x="2543" y="645"/>
                      </a:cubicBezTo>
                      <a:cubicBezTo>
                        <a:pt x="2649" y="599"/>
                        <a:pt x="2649" y="599"/>
                        <a:pt x="2649" y="599"/>
                      </a:cubicBezTo>
                      <a:cubicBezTo>
                        <a:pt x="2649" y="599"/>
                        <a:pt x="2649" y="599"/>
                        <a:pt x="2649" y="599"/>
                      </a:cubicBezTo>
                      <a:moveTo>
                        <a:pt x="2649" y="599"/>
                      </a:moveTo>
                      <a:cubicBezTo>
                        <a:pt x="2649" y="599"/>
                        <a:pt x="2649" y="599"/>
                        <a:pt x="2649" y="599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5" name="Freeform 8"/>
                <p:cNvSpPr>
                  <a:spLocks noEditPoints="1"/>
                </p:cNvSpPr>
                <p:nvPr/>
              </p:nvSpPr>
              <p:spPr bwMode="auto">
                <a:xfrm>
                  <a:off x="1580922" y="2475336"/>
                  <a:ext cx="2470150" cy="2092325"/>
                </a:xfrm>
                <a:custGeom>
                  <a:avLst/>
                  <a:gdLst>
                    <a:gd name="T0" fmla="*/ 1130 w 2261"/>
                    <a:gd name="T1" fmla="*/ 392 h 1918"/>
                    <a:gd name="T2" fmla="*/ 313 w 2261"/>
                    <a:gd name="T3" fmla="*/ 9 h 1918"/>
                    <a:gd name="T4" fmla="*/ 0 w 2261"/>
                    <a:gd name="T5" fmla="*/ 788 h 1918"/>
                    <a:gd name="T6" fmla="*/ 1130 w 2261"/>
                    <a:gd name="T7" fmla="*/ 1918 h 1918"/>
                    <a:gd name="T8" fmla="*/ 2261 w 2261"/>
                    <a:gd name="T9" fmla="*/ 788 h 1918"/>
                    <a:gd name="T10" fmla="*/ 1939 w 2261"/>
                    <a:gd name="T11" fmla="*/ 0 h 1918"/>
                    <a:gd name="T12" fmla="*/ 1130 w 2261"/>
                    <a:gd name="T13" fmla="*/ 392 h 1918"/>
                    <a:gd name="T14" fmla="*/ 1130 w 2261"/>
                    <a:gd name="T15" fmla="*/ 392 h 1918"/>
                    <a:gd name="T16" fmla="*/ 2084 w 2261"/>
                    <a:gd name="T17" fmla="*/ 782 h 1918"/>
                    <a:gd name="T18" fmla="*/ 2084 w 2261"/>
                    <a:gd name="T19" fmla="*/ 788 h 1918"/>
                    <a:gd name="T20" fmla="*/ 1130 w 2261"/>
                    <a:gd name="T21" fmla="*/ 1742 h 1918"/>
                    <a:gd name="T22" fmla="*/ 177 w 2261"/>
                    <a:gd name="T23" fmla="*/ 821 h 1918"/>
                    <a:gd name="T24" fmla="*/ 189 w 2261"/>
                    <a:gd name="T25" fmla="*/ 837 h 1918"/>
                    <a:gd name="T26" fmla="*/ 1115 w 2261"/>
                    <a:gd name="T27" fmla="*/ 767 h 1918"/>
                    <a:gd name="T28" fmla="*/ 1247 w 2261"/>
                    <a:gd name="T29" fmla="*/ 649 h 1918"/>
                    <a:gd name="T30" fmla="*/ 1094 w 2261"/>
                    <a:gd name="T31" fmla="*/ 1043 h 1918"/>
                    <a:gd name="T32" fmla="*/ 1398 w 2261"/>
                    <a:gd name="T33" fmla="*/ 695 h 1918"/>
                    <a:gd name="T34" fmla="*/ 2060 w 2261"/>
                    <a:gd name="T35" fmla="*/ 811 h 1918"/>
                    <a:gd name="T36" fmla="*/ 2084 w 2261"/>
                    <a:gd name="T37" fmla="*/ 782 h 1918"/>
                    <a:gd name="T38" fmla="*/ 2084 w 2261"/>
                    <a:gd name="T39" fmla="*/ 782 h 1918"/>
                    <a:gd name="T40" fmla="*/ 2084 w 2261"/>
                    <a:gd name="T41" fmla="*/ 782 h 1918"/>
                    <a:gd name="T42" fmla="*/ 2084 w 2261"/>
                    <a:gd name="T43" fmla="*/ 782 h 19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261" h="1918">
                      <a:moveTo>
                        <a:pt x="1130" y="392"/>
                      </a:moveTo>
                      <a:cubicBezTo>
                        <a:pt x="313" y="9"/>
                        <a:pt x="313" y="9"/>
                        <a:pt x="313" y="9"/>
                      </a:cubicBezTo>
                      <a:cubicBezTo>
                        <a:pt x="120" y="212"/>
                        <a:pt x="0" y="486"/>
                        <a:pt x="0" y="788"/>
                      </a:cubicBezTo>
                      <a:cubicBezTo>
                        <a:pt x="0" y="1411"/>
                        <a:pt x="507" y="1918"/>
                        <a:pt x="1130" y="1918"/>
                      </a:cubicBezTo>
                      <a:cubicBezTo>
                        <a:pt x="1754" y="1918"/>
                        <a:pt x="2261" y="1411"/>
                        <a:pt x="2261" y="788"/>
                      </a:cubicBezTo>
                      <a:cubicBezTo>
                        <a:pt x="2261" y="482"/>
                        <a:pt x="2137" y="204"/>
                        <a:pt x="1939" y="0"/>
                      </a:cubicBezTo>
                      <a:cubicBezTo>
                        <a:pt x="1130" y="392"/>
                        <a:pt x="1130" y="392"/>
                        <a:pt x="1130" y="392"/>
                      </a:cubicBezTo>
                      <a:cubicBezTo>
                        <a:pt x="1130" y="392"/>
                        <a:pt x="1130" y="392"/>
                        <a:pt x="1130" y="392"/>
                      </a:cubicBezTo>
                      <a:moveTo>
                        <a:pt x="2084" y="782"/>
                      </a:moveTo>
                      <a:cubicBezTo>
                        <a:pt x="2084" y="784"/>
                        <a:pt x="2084" y="786"/>
                        <a:pt x="2084" y="788"/>
                      </a:cubicBezTo>
                      <a:cubicBezTo>
                        <a:pt x="2084" y="1314"/>
                        <a:pt x="1656" y="1742"/>
                        <a:pt x="1130" y="1742"/>
                      </a:cubicBezTo>
                      <a:cubicBezTo>
                        <a:pt x="616" y="1742"/>
                        <a:pt x="195" y="1332"/>
                        <a:pt x="177" y="821"/>
                      </a:cubicBezTo>
                      <a:cubicBezTo>
                        <a:pt x="181" y="826"/>
                        <a:pt x="185" y="832"/>
                        <a:pt x="189" y="837"/>
                      </a:cubicBezTo>
                      <a:cubicBezTo>
                        <a:pt x="358" y="1059"/>
                        <a:pt x="773" y="1028"/>
                        <a:pt x="1115" y="767"/>
                      </a:cubicBezTo>
                      <a:cubicBezTo>
                        <a:pt x="1163" y="730"/>
                        <a:pt x="1207" y="690"/>
                        <a:pt x="1247" y="649"/>
                      </a:cubicBezTo>
                      <a:cubicBezTo>
                        <a:pt x="1242" y="834"/>
                        <a:pt x="1210" y="951"/>
                        <a:pt x="1094" y="1043"/>
                      </a:cubicBezTo>
                      <a:cubicBezTo>
                        <a:pt x="1251" y="974"/>
                        <a:pt x="1343" y="834"/>
                        <a:pt x="1398" y="695"/>
                      </a:cubicBezTo>
                      <a:cubicBezTo>
                        <a:pt x="1626" y="902"/>
                        <a:pt x="1917" y="956"/>
                        <a:pt x="2060" y="811"/>
                      </a:cubicBezTo>
                      <a:cubicBezTo>
                        <a:pt x="2069" y="802"/>
                        <a:pt x="2077" y="792"/>
                        <a:pt x="2084" y="782"/>
                      </a:cubicBezTo>
                      <a:cubicBezTo>
                        <a:pt x="2084" y="782"/>
                        <a:pt x="2084" y="782"/>
                        <a:pt x="2084" y="782"/>
                      </a:cubicBezTo>
                      <a:moveTo>
                        <a:pt x="2084" y="782"/>
                      </a:moveTo>
                      <a:cubicBezTo>
                        <a:pt x="2084" y="782"/>
                        <a:pt x="2084" y="782"/>
                        <a:pt x="2084" y="78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3" name="组合 2"/>
          <p:cNvGrpSpPr/>
          <p:nvPr/>
        </p:nvGrpSpPr>
        <p:grpSpPr>
          <a:xfrm>
            <a:off x="7725190" y="5784014"/>
            <a:ext cx="2331087" cy="843434"/>
            <a:chOff x="5799390" y="5499204"/>
            <a:chExt cx="2331087" cy="843434"/>
          </a:xfrm>
        </p:grpSpPr>
        <p:sp>
          <p:nvSpPr>
            <p:cNvPr id="119" name="文本框 118"/>
            <p:cNvSpPr txBox="1"/>
            <p:nvPr/>
          </p:nvSpPr>
          <p:spPr>
            <a:xfrm>
              <a:off x="5799390" y="5973306"/>
              <a:ext cx="23310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成员：柳慕宇 张佳浩</a:t>
              </a:r>
              <a:endPara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6743755" y="5499204"/>
              <a:ext cx="442352" cy="442352"/>
              <a:chOff x="5853219" y="5669476"/>
              <a:chExt cx="552450" cy="552450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5853219" y="5669476"/>
                <a:ext cx="552450" cy="552450"/>
              </a:xfrm>
              <a:prstGeom prst="ellipse">
                <a:avLst/>
              </a:prstGeom>
              <a:solidFill>
                <a:srgbClr val="024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26" name="组合 125"/>
              <p:cNvGrpSpPr/>
              <p:nvPr/>
            </p:nvGrpSpPr>
            <p:grpSpPr>
              <a:xfrm>
                <a:off x="5967384" y="5780269"/>
                <a:ext cx="324120" cy="330864"/>
                <a:chOff x="5649913" y="2301875"/>
                <a:chExt cx="3127375" cy="3192463"/>
              </a:xfrm>
              <a:solidFill>
                <a:schemeClr val="bg1"/>
              </a:solidFill>
            </p:grpSpPr>
            <p:sp>
              <p:nvSpPr>
                <p:cNvPr id="127" name="Freeform 12"/>
                <p:cNvSpPr>
                  <a:spLocks noEditPoints="1"/>
                </p:cNvSpPr>
                <p:nvPr/>
              </p:nvSpPr>
              <p:spPr bwMode="auto">
                <a:xfrm>
                  <a:off x="6657975" y="3275013"/>
                  <a:ext cx="1139825" cy="384175"/>
                </a:xfrm>
                <a:custGeom>
                  <a:avLst/>
                  <a:gdLst>
                    <a:gd name="T0" fmla="*/ 126 w 1039"/>
                    <a:gd name="T1" fmla="*/ 334 h 350"/>
                    <a:gd name="T2" fmla="*/ 46 w 1039"/>
                    <a:gd name="T3" fmla="*/ 187 h 350"/>
                    <a:gd name="T4" fmla="*/ 39 w 1039"/>
                    <a:gd name="T5" fmla="*/ 157 h 350"/>
                    <a:gd name="T6" fmla="*/ 37 w 1039"/>
                    <a:gd name="T7" fmla="*/ 150 h 350"/>
                    <a:gd name="T8" fmla="*/ 31 w 1039"/>
                    <a:gd name="T9" fmla="*/ 127 h 350"/>
                    <a:gd name="T10" fmla="*/ 1 w 1039"/>
                    <a:gd name="T11" fmla="*/ 87 h 350"/>
                    <a:gd name="T12" fmla="*/ 2 w 1039"/>
                    <a:gd name="T13" fmla="*/ 39 h 350"/>
                    <a:gd name="T14" fmla="*/ 11 w 1039"/>
                    <a:gd name="T15" fmla="*/ 21 h 350"/>
                    <a:gd name="T16" fmla="*/ 222 w 1039"/>
                    <a:gd name="T17" fmla="*/ 1 h 350"/>
                    <a:gd name="T18" fmla="*/ 373 w 1039"/>
                    <a:gd name="T19" fmla="*/ 14 h 350"/>
                    <a:gd name="T20" fmla="*/ 514 w 1039"/>
                    <a:gd name="T21" fmla="*/ 49 h 350"/>
                    <a:gd name="T22" fmla="*/ 381 w 1039"/>
                    <a:gd name="T23" fmla="*/ 307 h 350"/>
                    <a:gd name="T24" fmla="*/ 220 w 1039"/>
                    <a:gd name="T25" fmla="*/ 350 h 350"/>
                    <a:gd name="T26" fmla="*/ 225 w 1039"/>
                    <a:gd name="T27" fmla="*/ 329 h 350"/>
                    <a:gd name="T28" fmla="*/ 395 w 1039"/>
                    <a:gd name="T29" fmla="*/ 249 h 350"/>
                    <a:gd name="T30" fmla="*/ 431 w 1039"/>
                    <a:gd name="T31" fmla="*/ 71 h 350"/>
                    <a:gd name="T32" fmla="*/ 358 w 1039"/>
                    <a:gd name="T33" fmla="*/ 42 h 350"/>
                    <a:gd name="T34" fmla="*/ 238 w 1039"/>
                    <a:gd name="T35" fmla="*/ 31 h 350"/>
                    <a:gd name="T36" fmla="*/ 91 w 1039"/>
                    <a:gd name="T37" fmla="*/ 56 h 350"/>
                    <a:gd name="T38" fmla="*/ 80 w 1039"/>
                    <a:gd name="T39" fmla="*/ 111 h 350"/>
                    <a:gd name="T40" fmla="*/ 90 w 1039"/>
                    <a:gd name="T41" fmla="*/ 237 h 350"/>
                    <a:gd name="T42" fmla="*/ 148 w 1039"/>
                    <a:gd name="T43" fmla="*/ 322 h 350"/>
                    <a:gd name="T44" fmla="*/ 815 w 1039"/>
                    <a:gd name="T45" fmla="*/ 348 h 350"/>
                    <a:gd name="T46" fmla="*/ 609 w 1039"/>
                    <a:gd name="T47" fmla="*/ 254 h 350"/>
                    <a:gd name="T48" fmla="*/ 564 w 1039"/>
                    <a:gd name="T49" fmla="*/ 40 h 350"/>
                    <a:gd name="T50" fmla="*/ 699 w 1039"/>
                    <a:gd name="T51" fmla="*/ 6 h 350"/>
                    <a:gd name="T52" fmla="*/ 852 w 1039"/>
                    <a:gd name="T53" fmla="*/ 1 h 350"/>
                    <a:gd name="T54" fmla="*/ 1032 w 1039"/>
                    <a:gd name="T55" fmla="*/ 19 h 350"/>
                    <a:gd name="T56" fmla="*/ 1038 w 1039"/>
                    <a:gd name="T57" fmla="*/ 32 h 350"/>
                    <a:gd name="T58" fmla="*/ 1039 w 1039"/>
                    <a:gd name="T59" fmla="*/ 73 h 350"/>
                    <a:gd name="T60" fmla="*/ 1016 w 1039"/>
                    <a:gd name="T61" fmla="*/ 103 h 350"/>
                    <a:gd name="T62" fmla="*/ 990 w 1039"/>
                    <a:gd name="T63" fmla="*/ 205 h 350"/>
                    <a:gd name="T64" fmla="*/ 898 w 1039"/>
                    <a:gd name="T65" fmla="*/ 338 h 350"/>
                    <a:gd name="T66" fmla="*/ 784 w 1039"/>
                    <a:gd name="T67" fmla="*/ 30 h 350"/>
                    <a:gd name="T68" fmla="*/ 645 w 1039"/>
                    <a:gd name="T69" fmla="*/ 51 h 350"/>
                    <a:gd name="T70" fmla="*/ 601 w 1039"/>
                    <a:gd name="T71" fmla="*/ 116 h 350"/>
                    <a:gd name="T72" fmla="*/ 727 w 1039"/>
                    <a:gd name="T73" fmla="*/ 314 h 350"/>
                    <a:gd name="T74" fmla="*/ 877 w 1039"/>
                    <a:gd name="T75" fmla="*/ 317 h 350"/>
                    <a:gd name="T76" fmla="*/ 961 w 1039"/>
                    <a:gd name="T77" fmla="*/ 156 h 350"/>
                    <a:gd name="T78" fmla="*/ 960 w 1039"/>
                    <a:gd name="T79" fmla="*/ 113 h 350"/>
                    <a:gd name="T80" fmla="*/ 955 w 1039"/>
                    <a:gd name="T81" fmla="*/ 84 h 350"/>
                    <a:gd name="T82" fmla="*/ 911 w 1039"/>
                    <a:gd name="T83" fmla="*/ 45 h 350"/>
                    <a:gd name="T84" fmla="*/ 784 w 1039"/>
                    <a:gd name="T85" fmla="*/ 30 h 3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039" h="350">
                      <a:moveTo>
                        <a:pt x="220" y="350"/>
                      </a:moveTo>
                      <a:cubicBezTo>
                        <a:pt x="202" y="350"/>
                        <a:pt x="185" y="348"/>
                        <a:pt x="169" y="346"/>
                      </a:cubicBezTo>
                      <a:cubicBezTo>
                        <a:pt x="153" y="343"/>
                        <a:pt x="139" y="339"/>
                        <a:pt x="126" y="334"/>
                      </a:cubicBezTo>
                      <a:cubicBezTo>
                        <a:pt x="104" y="325"/>
                        <a:pt x="88" y="309"/>
                        <a:pt x="76" y="286"/>
                      </a:cubicBezTo>
                      <a:cubicBezTo>
                        <a:pt x="67" y="269"/>
                        <a:pt x="60" y="250"/>
                        <a:pt x="54" y="225"/>
                      </a:cubicBezTo>
                      <a:cubicBezTo>
                        <a:pt x="51" y="212"/>
                        <a:pt x="48" y="198"/>
                        <a:pt x="46" y="187"/>
                      </a:cubicBezTo>
                      <a:cubicBezTo>
                        <a:pt x="45" y="185"/>
                        <a:pt x="45" y="185"/>
                        <a:pt x="45" y="185"/>
                      </a:cubicBezTo>
                      <a:cubicBezTo>
                        <a:pt x="43" y="176"/>
                        <a:pt x="41" y="167"/>
                        <a:pt x="40" y="158"/>
                      </a:cubicBezTo>
                      <a:cubicBezTo>
                        <a:pt x="39" y="157"/>
                        <a:pt x="39" y="157"/>
                        <a:pt x="39" y="157"/>
                      </a:cubicBezTo>
                      <a:cubicBezTo>
                        <a:pt x="39" y="155"/>
                        <a:pt x="39" y="155"/>
                        <a:pt x="39" y="155"/>
                      </a:cubicBezTo>
                      <a:cubicBezTo>
                        <a:pt x="38" y="154"/>
                        <a:pt x="38" y="152"/>
                        <a:pt x="37" y="150"/>
                      </a:cubicBezTo>
                      <a:cubicBezTo>
                        <a:pt x="37" y="150"/>
                        <a:pt x="37" y="150"/>
                        <a:pt x="37" y="150"/>
                      </a:cubicBezTo>
                      <a:cubicBezTo>
                        <a:pt x="36" y="148"/>
                        <a:pt x="36" y="146"/>
                        <a:pt x="35" y="144"/>
                      </a:cubicBezTo>
                      <a:cubicBezTo>
                        <a:pt x="35" y="142"/>
                        <a:pt x="34" y="139"/>
                        <a:pt x="33" y="137"/>
                      </a:cubicBezTo>
                      <a:cubicBezTo>
                        <a:pt x="32" y="133"/>
                        <a:pt x="31" y="130"/>
                        <a:pt x="31" y="127"/>
                      </a:cubicBezTo>
                      <a:cubicBezTo>
                        <a:pt x="24" y="104"/>
                        <a:pt x="24" y="104"/>
                        <a:pt x="24" y="104"/>
                      </a:cubicBezTo>
                      <a:cubicBezTo>
                        <a:pt x="4" y="91"/>
                        <a:pt x="4" y="91"/>
                        <a:pt x="4" y="91"/>
                      </a:cubicBezTo>
                      <a:cubicBezTo>
                        <a:pt x="2" y="90"/>
                        <a:pt x="2" y="89"/>
                        <a:pt x="1" y="87"/>
                      </a:cubicBezTo>
                      <a:cubicBezTo>
                        <a:pt x="1" y="85"/>
                        <a:pt x="1" y="85"/>
                        <a:pt x="1" y="85"/>
                      </a:cubicBezTo>
                      <a:cubicBezTo>
                        <a:pt x="1" y="83"/>
                        <a:pt x="0" y="81"/>
                        <a:pt x="0" y="79"/>
                      </a:cubicBezTo>
                      <a:cubicBezTo>
                        <a:pt x="1" y="66"/>
                        <a:pt x="1" y="52"/>
                        <a:pt x="2" y="39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2" y="25"/>
                        <a:pt x="4" y="23"/>
                        <a:pt x="7" y="22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5" y="20"/>
                        <a:pt x="21" y="18"/>
                        <a:pt x="26" y="17"/>
                      </a:cubicBezTo>
                      <a:cubicBezTo>
                        <a:pt x="53" y="14"/>
                        <a:pt x="82" y="10"/>
                        <a:pt x="112" y="6"/>
                      </a:cubicBezTo>
                      <a:cubicBezTo>
                        <a:pt x="144" y="2"/>
                        <a:pt x="178" y="1"/>
                        <a:pt x="222" y="1"/>
                      </a:cubicBezTo>
                      <a:cubicBezTo>
                        <a:pt x="222" y="1"/>
                        <a:pt x="222" y="1"/>
                        <a:pt x="222" y="1"/>
                      </a:cubicBezTo>
                      <a:cubicBezTo>
                        <a:pt x="224" y="1"/>
                        <a:pt x="227" y="1"/>
                        <a:pt x="229" y="1"/>
                      </a:cubicBezTo>
                      <a:cubicBezTo>
                        <a:pt x="277" y="1"/>
                        <a:pt x="325" y="5"/>
                        <a:pt x="373" y="14"/>
                      </a:cubicBezTo>
                      <a:cubicBezTo>
                        <a:pt x="400" y="19"/>
                        <a:pt x="427" y="28"/>
                        <a:pt x="450" y="35"/>
                      </a:cubicBezTo>
                      <a:cubicBezTo>
                        <a:pt x="468" y="41"/>
                        <a:pt x="481" y="44"/>
                        <a:pt x="493" y="47"/>
                      </a:cubicBezTo>
                      <a:cubicBezTo>
                        <a:pt x="500" y="48"/>
                        <a:pt x="507" y="48"/>
                        <a:pt x="514" y="49"/>
                      </a:cubicBezTo>
                      <a:cubicBezTo>
                        <a:pt x="457" y="195"/>
                        <a:pt x="457" y="195"/>
                        <a:pt x="457" y="195"/>
                      </a:cubicBezTo>
                      <a:cubicBezTo>
                        <a:pt x="451" y="210"/>
                        <a:pt x="445" y="224"/>
                        <a:pt x="439" y="236"/>
                      </a:cubicBezTo>
                      <a:cubicBezTo>
                        <a:pt x="424" y="264"/>
                        <a:pt x="405" y="288"/>
                        <a:pt x="381" y="307"/>
                      </a:cubicBezTo>
                      <a:cubicBezTo>
                        <a:pt x="368" y="319"/>
                        <a:pt x="351" y="328"/>
                        <a:pt x="328" y="335"/>
                      </a:cubicBezTo>
                      <a:cubicBezTo>
                        <a:pt x="305" y="342"/>
                        <a:pt x="278" y="346"/>
                        <a:pt x="249" y="349"/>
                      </a:cubicBezTo>
                      <a:cubicBezTo>
                        <a:pt x="239" y="349"/>
                        <a:pt x="229" y="350"/>
                        <a:pt x="220" y="350"/>
                      </a:cubicBezTo>
                      <a:close/>
                      <a:moveTo>
                        <a:pt x="161" y="322"/>
                      </a:moveTo>
                      <a:cubicBezTo>
                        <a:pt x="167" y="323"/>
                        <a:pt x="173" y="325"/>
                        <a:pt x="179" y="326"/>
                      </a:cubicBezTo>
                      <a:cubicBezTo>
                        <a:pt x="194" y="328"/>
                        <a:pt x="210" y="329"/>
                        <a:pt x="225" y="329"/>
                      </a:cubicBezTo>
                      <a:cubicBezTo>
                        <a:pt x="253" y="329"/>
                        <a:pt x="281" y="325"/>
                        <a:pt x="308" y="318"/>
                      </a:cubicBezTo>
                      <a:cubicBezTo>
                        <a:pt x="332" y="312"/>
                        <a:pt x="350" y="302"/>
                        <a:pt x="365" y="288"/>
                      </a:cubicBezTo>
                      <a:cubicBezTo>
                        <a:pt x="376" y="278"/>
                        <a:pt x="385" y="266"/>
                        <a:pt x="395" y="249"/>
                      </a:cubicBezTo>
                      <a:cubicBezTo>
                        <a:pt x="410" y="222"/>
                        <a:pt x="422" y="194"/>
                        <a:pt x="429" y="165"/>
                      </a:cubicBezTo>
                      <a:cubicBezTo>
                        <a:pt x="434" y="144"/>
                        <a:pt x="435" y="125"/>
                        <a:pt x="434" y="107"/>
                      </a:cubicBezTo>
                      <a:cubicBezTo>
                        <a:pt x="431" y="71"/>
                        <a:pt x="431" y="71"/>
                        <a:pt x="431" y="71"/>
                      </a:cubicBezTo>
                      <a:cubicBezTo>
                        <a:pt x="399" y="54"/>
                        <a:pt x="399" y="54"/>
                        <a:pt x="399" y="54"/>
                      </a:cubicBezTo>
                      <a:cubicBezTo>
                        <a:pt x="388" y="49"/>
                        <a:pt x="377" y="46"/>
                        <a:pt x="362" y="42"/>
                      </a:cubicBezTo>
                      <a:cubicBezTo>
                        <a:pt x="358" y="42"/>
                        <a:pt x="358" y="42"/>
                        <a:pt x="358" y="42"/>
                      </a:cubicBezTo>
                      <a:cubicBezTo>
                        <a:pt x="328" y="35"/>
                        <a:pt x="296" y="31"/>
                        <a:pt x="251" y="31"/>
                      </a:cubicBezTo>
                      <a:cubicBezTo>
                        <a:pt x="249" y="31"/>
                        <a:pt x="249" y="31"/>
                        <a:pt x="249" y="31"/>
                      </a:cubicBezTo>
                      <a:cubicBezTo>
                        <a:pt x="238" y="31"/>
                        <a:pt x="238" y="31"/>
                        <a:pt x="238" y="31"/>
                      </a:cubicBezTo>
                      <a:cubicBezTo>
                        <a:pt x="227" y="32"/>
                        <a:pt x="214" y="33"/>
                        <a:pt x="201" y="34"/>
                      </a:cubicBezTo>
                      <a:cubicBezTo>
                        <a:pt x="175" y="36"/>
                        <a:pt x="152" y="40"/>
                        <a:pt x="130" y="45"/>
                      </a:cubicBezTo>
                      <a:cubicBezTo>
                        <a:pt x="91" y="56"/>
                        <a:pt x="91" y="56"/>
                        <a:pt x="91" y="56"/>
                      </a:cubicBezTo>
                      <a:cubicBezTo>
                        <a:pt x="82" y="94"/>
                        <a:pt x="82" y="94"/>
                        <a:pt x="82" y="94"/>
                      </a:cubicBezTo>
                      <a:cubicBezTo>
                        <a:pt x="81" y="99"/>
                        <a:pt x="81" y="105"/>
                        <a:pt x="80" y="111"/>
                      </a:cubicBezTo>
                      <a:cubicBezTo>
                        <a:pt x="80" y="111"/>
                        <a:pt x="80" y="111"/>
                        <a:pt x="80" y="111"/>
                      </a:cubicBezTo>
                      <a:cubicBezTo>
                        <a:pt x="80" y="113"/>
                        <a:pt x="79" y="115"/>
                        <a:pt x="79" y="116"/>
                      </a:cubicBezTo>
                      <a:cubicBezTo>
                        <a:pt x="77" y="131"/>
                        <a:pt x="77" y="146"/>
                        <a:pt x="79" y="161"/>
                      </a:cubicBezTo>
                      <a:cubicBezTo>
                        <a:pt x="81" y="182"/>
                        <a:pt x="84" y="209"/>
                        <a:pt x="90" y="237"/>
                      </a:cubicBezTo>
                      <a:cubicBezTo>
                        <a:pt x="95" y="258"/>
                        <a:pt x="103" y="276"/>
                        <a:pt x="113" y="290"/>
                      </a:cubicBezTo>
                      <a:cubicBezTo>
                        <a:pt x="118" y="298"/>
                        <a:pt x="124" y="305"/>
                        <a:pt x="131" y="310"/>
                      </a:cubicBezTo>
                      <a:cubicBezTo>
                        <a:pt x="148" y="322"/>
                        <a:pt x="148" y="322"/>
                        <a:pt x="148" y="322"/>
                      </a:cubicBezTo>
                      <a:cubicBezTo>
                        <a:pt x="161" y="322"/>
                        <a:pt x="161" y="322"/>
                        <a:pt x="161" y="322"/>
                      </a:cubicBezTo>
                      <a:cubicBezTo>
                        <a:pt x="161" y="322"/>
                        <a:pt x="161" y="322"/>
                        <a:pt x="161" y="322"/>
                      </a:cubicBezTo>
                      <a:close/>
                      <a:moveTo>
                        <a:pt x="815" y="348"/>
                      </a:moveTo>
                      <a:cubicBezTo>
                        <a:pt x="787" y="348"/>
                        <a:pt x="762" y="346"/>
                        <a:pt x="738" y="341"/>
                      </a:cubicBezTo>
                      <a:cubicBezTo>
                        <a:pt x="714" y="336"/>
                        <a:pt x="693" y="329"/>
                        <a:pt x="674" y="319"/>
                      </a:cubicBezTo>
                      <a:cubicBezTo>
                        <a:pt x="648" y="304"/>
                        <a:pt x="626" y="282"/>
                        <a:pt x="609" y="254"/>
                      </a:cubicBezTo>
                      <a:cubicBezTo>
                        <a:pt x="598" y="234"/>
                        <a:pt x="588" y="214"/>
                        <a:pt x="579" y="193"/>
                      </a:cubicBezTo>
                      <a:cubicBezTo>
                        <a:pt x="518" y="49"/>
                        <a:pt x="518" y="49"/>
                        <a:pt x="518" y="49"/>
                      </a:cubicBezTo>
                      <a:cubicBezTo>
                        <a:pt x="533" y="48"/>
                        <a:pt x="548" y="46"/>
                        <a:pt x="564" y="40"/>
                      </a:cubicBezTo>
                      <a:cubicBezTo>
                        <a:pt x="572" y="38"/>
                        <a:pt x="580" y="35"/>
                        <a:pt x="588" y="33"/>
                      </a:cubicBezTo>
                      <a:cubicBezTo>
                        <a:pt x="595" y="30"/>
                        <a:pt x="602" y="28"/>
                        <a:pt x="609" y="25"/>
                      </a:cubicBezTo>
                      <a:cubicBezTo>
                        <a:pt x="635" y="17"/>
                        <a:pt x="664" y="11"/>
                        <a:pt x="699" y="6"/>
                      </a:cubicBezTo>
                      <a:cubicBezTo>
                        <a:pt x="733" y="2"/>
                        <a:pt x="767" y="0"/>
                        <a:pt x="803" y="0"/>
                      </a:cubicBezTo>
                      <a:cubicBezTo>
                        <a:pt x="818" y="0"/>
                        <a:pt x="834" y="0"/>
                        <a:pt x="850" y="1"/>
                      </a:cubicBezTo>
                      <a:cubicBezTo>
                        <a:pt x="852" y="1"/>
                        <a:pt x="852" y="1"/>
                        <a:pt x="852" y="1"/>
                      </a:cubicBezTo>
                      <a:cubicBezTo>
                        <a:pt x="877" y="2"/>
                        <a:pt x="903" y="4"/>
                        <a:pt x="928" y="5"/>
                      </a:cubicBezTo>
                      <a:cubicBezTo>
                        <a:pt x="960" y="7"/>
                        <a:pt x="991" y="12"/>
                        <a:pt x="1026" y="18"/>
                      </a:cubicBezTo>
                      <a:cubicBezTo>
                        <a:pt x="1028" y="18"/>
                        <a:pt x="1030" y="18"/>
                        <a:pt x="1032" y="19"/>
                      </a:cubicBezTo>
                      <a:cubicBezTo>
                        <a:pt x="1033" y="19"/>
                        <a:pt x="1033" y="19"/>
                        <a:pt x="1033" y="19"/>
                      </a:cubicBezTo>
                      <a:cubicBezTo>
                        <a:pt x="1036" y="20"/>
                        <a:pt x="1037" y="21"/>
                        <a:pt x="1038" y="25"/>
                      </a:cubicBezTo>
                      <a:cubicBezTo>
                        <a:pt x="1038" y="27"/>
                        <a:pt x="1038" y="30"/>
                        <a:pt x="1038" y="32"/>
                      </a:cubicBezTo>
                      <a:cubicBezTo>
                        <a:pt x="1038" y="33"/>
                        <a:pt x="1038" y="33"/>
                        <a:pt x="1038" y="33"/>
                      </a:cubicBezTo>
                      <a:cubicBezTo>
                        <a:pt x="1039" y="38"/>
                        <a:pt x="1039" y="43"/>
                        <a:pt x="1039" y="47"/>
                      </a:cubicBezTo>
                      <a:cubicBezTo>
                        <a:pt x="1039" y="56"/>
                        <a:pt x="1039" y="64"/>
                        <a:pt x="1039" y="73"/>
                      </a:cubicBezTo>
                      <a:cubicBezTo>
                        <a:pt x="1030" y="55"/>
                        <a:pt x="1030" y="55"/>
                        <a:pt x="1030" y="55"/>
                      </a:cubicBezTo>
                      <a:cubicBezTo>
                        <a:pt x="1016" y="103"/>
                        <a:pt x="1016" y="103"/>
                        <a:pt x="1016" y="103"/>
                      </a:cubicBezTo>
                      <a:cubicBezTo>
                        <a:pt x="1016" y="103"/>
                        <a:pt x="1016" y="103"/>
                        <a:pt x="1016" y="103"/>
                      </a:cubicBezTo>
                      <a:cubicBezTo>
                        <a:pt x="1009" y="126"/>
                        <a:pt x="1009" y="126"/>
                        <a:pt x="1009" y="126"/>
                      </a:cubicBezTo>
                      <a:cubicBezTo>
                        <a:pt x="986" y="208"/>
                        <a:pt x="986" y="208"/>
                        <a:pt x="986" y="208"/>
                      </a:cubicBezTo>
                      <a:cubicBezTo>
                        <a:pt x="990" y="205"/>
                        <a:pt x="990" y="205"/>
                        <a:pt x="990" y="205"/>
                      </a:cubicBezTo>
                      <a:cubicBezTo>
                        <a:pt x="984" y="227"/>
                        <a:pt x="978" y="249"/>
                        <a:pt x="970" y="270"/>
                      </a:cubicBezTo>
                      <a:cubicBezTo>
                        <a:pt x="964" y="284"/>
                        <a:pt x="957" y="296"/>
                        <a:pt x="949" y="305"/>
                      </a:cubicBezTo>
                      <a:cubicBezTo>
                        <a:pt x="937" y="321"/>
                        <a:pt x="921" y="331"/>
                        <a:pt x="898" y="338"/>
                      </a:cubicBezTo>
                      <a:cubicBezTo>
                        <a:pt x="881" y="343"/>
                        <a:pt x="861" y="346"/>
                        <a:pt x="838" y="347"/>
                      </a:cubicBezTo>
                      <a:cubicBezTo>
                        <a:pt x="830" y="348"/>
                        <a:pt x="823" y="348"/>
                        <a:pt x="815" y="348"/>
                      </a:cubicBezTo>
                      <a:close/>
                      <a:moveTo>
                        <a:pt x="784" y="30"/>
                      </a:moveTo>
                      <a:cubicBezTo>
                        <a:pt x="775" y="30"/>
                        <a:pt x="763" y="31"/>
                        <a:pt x="751" y="31"/>
                      </a:cubicBezTo>
                      <a:cubicBezTo>
                        <a:pt x="732" y="33"/>
                        <a:pt x="711" y="35"/>
                        <a:pt x="689" y="40"/>
                      </a:cubicBezTo>
                      <a:cubicBezTo>
                        <a:pt x="676" y="42"/>
                        <a:pt x="660" y="46"/>
                        <a:pt x="645" y="51"/>
                      </a:cubicBezTo>
                      <a:cubicBezTo>
                        <a:pt x="604" y="65"/>
                        <a:pt x="604" y="65"/>
                        <a:pt x="604" y="65"/>
                      </a:cubicBezTo>
                      <a:cubicBezTo>
                        <a:pt x="601" y="108"/>
                        <a:pt x="601" y="108"/>
                        <a:pt x="601" y="108"/>
                      </a:cubicBezTo>
                      <a:cubicBezTo>
                        <a:pt x="601" y="110"/>
                        <a:pt x="601" y="113"/>
                        <a:pt x="601" y="116"/>
                      </a:cubicBezTo>
                      <a:cubicBezTo>
                        <a:pt x="600" y="132"/>
                        <a:pt x="603" y="149"/>
                        <a:pt x="607" y="168"/>
                      </a:cubicBezTo>
                      <a:cubicBezTo>
                        <a:pt x="616" y="207"/>
                        <a:pt x="632" y="240"/>
                        <a:pt x="655" y="269"/>
                      </a:cubicBezTo>
                      <a:cubicBezTo>
                        <a:pt x="674" y="293"/>
                        <a:pt x="698" y="308"/>
                        <a:pt x="727" y="314"/>
                      </a:cubicBezTo>
                      <a:cubicBezTo>
                        <a:pt x="758" y="320"/>
                        <a:pt x="786" y="324"/>
                        <a:pt x="814" y="324"/>
                      </a:cubicBezTo>
                      <a:cubicBezTo>
                        <a:pt x="817" y="324"/>
                        <a:pt x="817" y="324"/>
                        <a:pt x="817" y="324"/>
                      </a:cubicBezTo>
                      <a:cubicBezTo>
                        <a:pt x="835" y="323"/>
                        <a:pt x="856" y="323"/>
                        <a:pt x="877" y="317"/>
                      </a:cubicBezTo>
                      <a:cubicBezTo>
                        <a:pt x="896" y="312"/>
                        <a:pt x="908" y="305"/>
                        <a:pt x="919" y="295"/>
                      </a:cubicBezTo>
                      <a:cubicBezTo>
                        <a:pt x="928" y="286"/>
                        <a:pt x="936" y="274"/>
                        <a:pt x="941" y="259"/>
                      </a:cubicBezTo>
                      <a:cubicBezTo>
                        <a:pt x="953" y="227"/>
                        <a:pt x="960" y="193"/>
                        <a:pt x="961" y="156"/>
                      </a:cubicBezTo>
                      <a:cubicBezTo>
                        <a:pt x="961" y="154"/>
                        <a:pt x="961" y="154"/>
                        <a:pt x="961" y="154"/>
                      </a:cubicBezTo>
                      <a:cubicBezTo>
                        <a:pt x="961" y="142"/>
                        <a:pt x="961" y="130"/>
                        <a:pt x="960" y="118"/>
                      </a:cubicBezTo>
                      <a:cubicBezTo>
                        <a:pt x="960" y="113"/>
                        <a:pt x="960" y="113"/>
                        <a:pt x="960" y="113"/>
                      </a:cubicBezTo>
                      <a:cubicBezTo>
                        <a:pt x="960" y="108"/>
                        <a:pt x="960" y="105"/>
                        <a:pt x="959" y="102"/>
                      </a:cubicBezTo>
                      <a:cubicBezTo>
                        <a:pt x="958" y="93"/>
                        <a:pt x="958" y="93"/>
                        <a:pt x="958" y="93"/>
                      </a:cubicBezTo>
                      <a:cubicBezTo>
                        <a:pt x="955" y="84"/>
                        <a:pt x="955" y="84"/>
                        <a:pt x="955" y="84"/>
                      </a:cubicBezTo>
                      <a:cubicBezTo>
                        <a:pt x="955" y="83"/>
                        <a:pt x="954" y="82"/>
                        <a:pt x="954" y="81"/>
                      </a:cubicBezTo>
                      <a:cubicBezTo>
                        <a:pt x="941" y="53"/>
                        <a:pt x="941" y="53"/>
                        <a:pt x="941" y="53"/>
                      </a:cubicBezTo>
                      <a:cubicBezTo>
                        <a:pt x="911" y="45"/>
                        <a:pt x="911" y="45"/>
                        <a:pt x="911" y="45"/>
                      </a:cubicBezTo>
                      <a:cubicBezTo>
                        <a:pt x="877" y="35"/>
                        <a:pt x="842" y="32"/>
                        <a:pt x="798" y="30"/>
                      </a:cubicBezTo>
                      <a:cubicBezTo>
                        <a:pt x="795" y="29"/>
                        <a:pt x="795" y="29"/>
                        <a:pt x="795" y="29"/>
                      </a:cubicBezTo>
                      <a:cubicBezTo>
                        <a:pt x="784" y="30"/>
                        <a:pt x="784" y="30"/>
                        <a:pt x="784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8" name="Freeform 13"/>
                <p:cNvSpPr>
                  <a:spLocks noEditPoints="1"/>
                </p:cNvSpPr>
                <p:nvPr/>
              </p:nvSpPr>
              <p:spPr bwMode="auto">
                <a:xfrm>
                  <a:off x="5649913" y="4264025"/>
                  <a:ext cx="3127375" cy="1230313"/>
                </a:xfrm>
                <a:custGeom>
                  <a:avLst/>
                  <a:gdLst>
                    <a:gd name="T0" fmla="*/ 2002 w 2852"/>
                    <a:gd name="T1" fmla="*/ 0 h 1123"/>
                    <a:gd name="T2" fmla="*/ 1595 w 2852"/>
                    <a:gd name="T3" fmla="*/ 742 h 1123"/>
                    <a:gd name="T4" fmla="*/ 1535 w 2852"/>
                    <a:gd name="T5" fmla="*/ 565 h 1123"/>
                    <a:gd name="T6" fmla="*/ 1646 w 2852"/>
                    <a:gd name="T7" fmla="*/ 342 h 1123"/>
                    <a:gd name="T8" fmla="*/ 1423 w 2852"/>
                    <a:gd name="T9" fmla="*/ 119 h 1123"/>
                    <a:gd name="T10" fmla="*/ 1200 w 2852"/>
                    <a:gd name="T11" fmla="*/ 342 h 1123"/>
                    <a:gd name="T12" fmla="*/ 1312 w 2852"/>
                    <a:gd name="T13" fmla="*/ 565 h 1123"/>
                    <a:gd name="T14" fmla="*/ 1240 w 2852"/>
                    <a:gd name="T15" fmla="*/ 746 h 1123"/>
                    <a:gd name="T16" fmla="*/ 844 w 2852"/>
                    <a:gd name="T17" fmla="*/ 0 h 1123"/>
                    <a:gd name="T18" fmla="*/ 0 w 2852"/>
                    <a:gd name="T19" fmla="*/ 889 h 1123"/>
                    <a:gd name="T20" fmla="*/ 173 w 2852"/>
                    <a:gd name="T21" fmla="*/ 1123 h 1123"/>
                    <a:gd name="T22" fmla="*/ 2678 w 2852"/>
                    <a:gd name="T23" fmla="*/ 1123 h 1123"/>
                    <a:gd name="T24" fmla="*/ 2852 w 2852"/>
                    <a:gd name="T25" fmla="*/ 890 h 1123"/>
                    <a:gd name="T26" fmla="*/ 2002 w 2852"/>
                    <a:gd name="T27" fmla="*/ 0 h 1123"/>
                    <a:gd name="T28" fmla="*/ 2586 w 2852"/>
                    <a:gd name="T29" fmla="*/ 447 h 1123"/>
                    <a:gd name="T30" fmla="*/ 2586 w 2852"/>
                    <a:gd name="T31" fmla="*/ 447 h 1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852" h="1123">
                      <a:moveTo>
                        <a:pt x="2002" y="0"/>
                      </a:moveTo>
                      <a:cubicBezTo>
                        <a:pt x="1595" y="742"/>
                        <a:pt x="1595" y="742"/>
                        <a:pt x="1595" y="742"/>
                      </a:cubicBezTo>
                      <a:cubicBezTo>
                        <a:pt x="1535" y="565"/>
                        <a:pt x="1535" y="565"/>
                        <a:pt x="1535" y="565"/>
                      </a:cubicBezTo>
                      <a:cubicBezTo>
                        <a:pt x="1646" y="342"/>
                        <a:pt x="1646" y="342"/>
                        <a:pt x="1646" y="342"/>
                      </a:cubicBezTo>
                      <a:cubicBezTo>
                        <a:pt x="1423" y="119"/>
                        <a:pt x="1423" y="119"/>
                        <a:pt x="1423" y="119"/>
                      </a:cubicBezTo>
                      <a:cubicBezTo>
                        <a:pt x="1200" y="342"/>
                        <a:pt x="1200" y="342"/>
                        <a:pt x="1200" y="342"/>
                      </a:cubicBezTo>
                      <a:cubicBezTo>
                        <a:pt x="1312" y="565"/>
                        <a:pt x="1312" y="565"/>
                        <a:pt x="1312" y="565"/>
                      </a:cubicBezTo>
                      <a:cubicBezTo>
                        <a:pt x="1240" y="746"/>
                        <a:pt x="1240" y="746"/>
                        <a:pt x="1240" y="746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44" y="0"/>
                        <a:pt x="0" y="447"/>
                        <a:pt x="0" y="889"/>
                      </a:cubicBezTo>
                      <a:cubicBezTo>
                        <a:pt x="0" y="1011"/>
                        <a:pt x="50" y="1123"/>
                        <a:pt x="173" y="1123"/>
                      </a:cubicBezTo>
                      <a:cubicBezTo>
                        <a:pt x="2678" y="1123"/>
                        <a:pt x="2678" y="1123"/>
                        <a:pt x="2678" y="1123"/>
                      </a:cubicBezTo>
                      <a:cubicBezTo>
                        <a:pt x="2800" y="1123"/>
                        <a:pt x="2852" y="1012"/>
                        <a:pt x="2852" y="890"/>
                      </a:cubicBezTo>
                      <a:cubicBezTo>
                        <a:pt x="2852" y="475"/>
                        <a:pt x="2002" y="0"/>
                        <a:pt x="2002" y="0"/>
                      </a:cubicBezTo>
                      <a:moveTo>
                        <a:pt x="2586" y="447"/>
                      </a:moveTo>
                      <a:cubicBezTo>
                        <a:pt x="2586" y="447"/>
                        <a:pt x="2586" y="447"/>
                        <a:pt x="2586" y="447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9" name="Freeform 14"/>
                <p:cNvSpPr>
                  <a:spLocks noEditPoints="1"/>
                </p:cNvSpPr>
                <p:nvPr/>
              </p:nvSpPr>
              <p:spPr bwMode="auto">
                <a:xfrm>
                  <a:off x="6415088" y="2301875"/>
                  <a:ext cx="1603375" cy="1984375"/>
                </a:xfrm>
                <a:custGeom>
                  <a:avLst/>
                  <a:gdLst>
                    <a:gd name="T0" fmla="*/ 1460 w 1462"/>
                    <a:gd name="T1" fmla="*/ 878 h 1812"/>
                    <a:gd name="T2" fmla="*/ 1460 w 1462"/>
                    <a:gd name="T3" fmla="*/ 844 h 1812"/>
                    <a:gd name="T4" fmla="*/ 1430 w 1462"/>
                    <a:gd name="T5" fmla="*/ 824 h 1812"/>
                    <a:gd name="T6" fmla="*/ 1420 w 1462"/>
                    <a:gd name="T7" fmla="*/ 817 h 1812"/>
                    <a:gd name="T8" fmla="*/ 764 w 1462"/>
                    <a:gd name="T9" fmla="*/ 90 h 1812"/>
                    <a:gd name="T10" fmla="*/ 193 w 1462"/>
                    <a:gd name="T11" fmla="*/ 151 h 1812"/>
                    <a:gd name="T12" fmla="*/ 61 w 1462"/>
                    <a:gd name="T13" fmla="*/ 806 h 1812"/>
                    <a:gd name="T14" fmla="*/ 31 w 1462"/>
                    <a:gd name="T15" fmla="*/ 824 h 1812"/>
                    <a:gd name="T16" fmla="*/ 2 w 1462"/>
                    <a:gd name="T17" fmla="*/ 844 h 1812"/>
                    <a:gd name="T18" fmla="*/ 2 w 1462"/>
                    <a:gd name="T19" fmla="*/ 878 h 1812"/>
                    <a:gd name="T20" fmla="*/ 36 w 1462"/>
                    <a:gd name="T21" fmla="*/ 1103 h 1812"/>
                    <a:gd name="T22" fmla="*/ 135 w 1462"/>
                    <a:gd name="T23" fmla="*/ 1219 h 1812"/>
                    <a:gd name="T24" fmla="*/ 356 w 1462"/>
                    <a:gd name="T25" fmla="*/ 1624 h 1812"/>
                    <a:gd name="T26" fmla="*/ 722 w 1462"/>
                    <a:gd name="T27" fmla="*/ 1810 h 1812"/>
                    <a:gd name="T28" fmla="*/ 734 w 1462"/>
                    <a:gd name="T29" fmla="*/ 1812 h 1812"/>
                    <a:gd name="T30" fmla="*/ 747 w 1462"/>
                    <a:gd name="T31" fmla="*/ 1810 h 1812"/>
                    <a:gd name="T32" fmla="*/ 1123 w 1462"/>
                    <a:gd name="T33" fmla="*/ 1613 h 1812"/>
                    <a:gd name="T34" fmla="*/ 1332 w 1462"/>
                    <a:gd name="T35" fmla="*/ 1216 h 1812"/>
                    <a:gd name="T36" fmla="*/ 1427 w 1462"/>
                    <a:gd name="T37" fmla="*/ 1099 h 1812"/>
                    <a:gd name="T38" fmla="*/ 1460 w 1462"/>
                    <a:gd name="T39" fmla="*/ 878 h 1812"/>
                    <a:gd name="T40" fmla="*/ 1301 w 1462"/>
                    <a:gd name="T41" fmla="*/ 1049 h 1812"/>
                    <a:gd name="T42" fmla="*/ 1252 w 1462"/>
                    <a:gd name="T43" fmla="*/ 1105 h 1812"/>
                    <a:gd name="T44" fmla="*/ 1218 w 1462"/>
                    <a:gd name="T45" fmla="*/ 1117 h 1812"/>
                    <a:gd name="T46" fmla="*/ 1209 w 1462"/>
                    <a:gd name="T47" fmla="*/ 1151 h 1812"/>
                    <a:gd name="T48" fmla="*/ 1024 w 1462"/>
                    <a:gd name="T49" fmla="*/ 1520 h 1812"/>
                    <a:gd name="T50" fmla="*/ 732 w 1462"/>
                    <a:gd name="T51" fmla="*/ 1675 h 1812"/>
                    <a:gd name="T52" fmla="*/ 454 w 1462"/>
                    <a:gd name="T53" fmla="*/ 1530 h 1812"/>
                    <a:gd name="T54" fmla="*/ 257 w 1462"/>
                    <a:gd name="T55" fmla="*/ 1153 h 1812"/>
                    <a:gd name="T56" fmla="*/ 248 w 1462"/>
                    <a:gd name="T57" fmla="*/ 1117 h 1812"/>
                    <a:gd name="T58" fmla="*/ 212 w 1462"/>
                    <a:gd name="T59" fmla="*/ 1106 h 1812"/>
                    <a:gd name="T60" fmla="*/ 162 w 1462"/>
                    <a:gd name="T61" fmla="*/ 1051 h 1812"/>
                    <a:gd name="T62" fmla="*/ 139 w 1462"/>
                    <a:gd name="T63" fmla="*/ 942 h 1812"/>
                    <a:gd name="T64" fmla="*/ 227 w 1462"/>
                    <a:gd name="T65" fmla="*/ 939 h 1812"/>
                    <a:gd name="T66" fmla="*/ 233 w 1462"/>
                    <a:gd name="T67" fmla="*/ 918 h 1812"/>
                    <a:gd name="T68" fmla="*/ 234 w 1462"/>
                    <a:gd name="T69" fmla="*/ 919 h 1812"/>
                    <a:gd name="T70" fmla="*/ 237 w 1462"/>
                    <a:gd name="T71" fmla="*/ 904 h 1812"/>
                    <a:gd name="T72" fmla="*/ 268 w 1462"/>
                    <a:gd name="T73" fmla="*/ 579 h 1812"/>
                    <a:gd name="T74" fmla="*/ 281 w 1462"/>
                    <a:gd name="T75" fmla="*/ 545 h 1812"/>
                    <a:gd name="T76" fmla="*/ 908 w 1462"/>
                    <a:gd name="T77" fmla="*/ 472 h 1812"/>
                    <a:gd name="T78" fmla="*/ 868 w 1462"/>
                    <a:gd name="T79" fmla="*/ 579 h 1812"/>
                    <a:gd name="T80" fmla="*/ 908 w 1462"/>
                    <a:gd name="T81" fmla="*/ 586 h 1812"/>
                    <a:gd name="T82" fmla="*/ 954 w 1462"/>
                    <a:gd name="T83" fmla="*/ 514 h 1812"/>
                    <a:gd name="T84" fmla="*/ 948 w 1462"/>
                    <a:gd name="T85" fmla="*/ 565 h 1812"/>
                    <a:gd name="T86" fmla="*/ 991 w 1462"/>
                    <a:gd name="T87" fmla="*/ 570 h 1812"/>
                    <a:gd name="T88" fmla="*/ 1018 w 1462"/>
                    <a:gd name="T89" fmla="*/ 488 h 1812"/>
                    <a:gd name="T90" fmla="*/ 1181 w 1462"/>
                    <a:gd name="T91" fmla="*/ 536 h 1812"/>
                    <a:gd name="T92" fmla="*/ 1220 w 1462"/>
                    <a:gd name="T93" fmla="*/ 858 h 1812"/>
                    <a:gd name="T94" fmla="*/ 1231 w 1462"/>
                    <a:gd name="T95" fmla="*/ 916 h 1812"/>
                    <a:gd name="T96" fmla="*/ 1251 w 1462"/>
                    <a:gd name="T97" fmla="*/ 915 h 1812"/>
                    <a:gd name="T98" fmla="*/ 1260 w 1462"/>
                    <a:gd name="T99" fmla="*/ 946 h 1812"/>
                    <a:gd name="T100" fmla="*/ 1323 w 1462"/>
                    <a:gd name="T101" fmla="*/ 942 h 1812"/>
                    <a:gd name="T102" fmla="*/ 1301 w 1462"/>
                    <a:gd name="T103" fmla="*/ 1049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462" h="1812">
                      <a:moveTo>
                        <a:pt x="1460" y="878"/>
                      </a:moveTo>
                      <a:cubicBezTo>
                        <a:pt x="1460" y="844"/>
                        <a:pt x="1460" y="844"/>
                        <a:pt x="1460" y="844"/>
                      </a:cubicBezTo>
                      <a:cubicBezTo>
                        <a:pt x="1430" y="824"/>
                        <a:pt x="1430" y="824"/>
                        <a:pt x="1430" y="824"/>
                      </a:cubicBezTo>
                      <a:cubicBezTo>
                        <a:pt x="1427" y="822"/>
                        <a:pt x="1423" y="819"/>
                        <a:pt x="1420" y="817"/>
                      </a:cubicBezTo>
                      <a:cubicBezTo>
                        <a:pt x="1360" y="303"/>
                        <a:pt x="1364" y="0"/>
                        <a:pt x="764" y="90"/>
                      </a:cubicBezTo>
                      <a:cubicBezTo>
                        <a:pt x="553" y="121"/>
                        <a:pt x="323" y="56"/>
                        <a:pt x="193" y="151"/>
                      </a:cubicBezTo>
                      <a:cubicBezTo>
                        <a:pt x="28" y="305"/>
                        <a:pt x="16" y="535"/>
                        <a:pt x="61" y="806"/>
                      </a:cubicBezTo>
                      <a:cubicBezTo>
                        <a:pt x="51" y="811"/>
                        <a:pt x="41" y="817"/>
                        <a:pt x="31" y="824"/>
                      </a:cubicBezTo>
                      <a:cubicBezTo>
                        <a:pt x="2" y="844"/>
                        <a:pt x="2" y="844"/>
                        <a:pt x="2" y="844"/>
                      </a:cubicBezTo>
                      <a:cubicBezTo>
                        <a:pt x="2" y="878"/>
                        <a:pt x="2" y="878"/>
                        <a:pt x="2" y="878"/>
                      </a:cubicBezTo>
                      <a:cubicBezTo>
                        <a:pt x="0" y="969"/>
                        <a:pt x="11" y="1045"/>
                        <a:pt x="36" y="1103"/>
                      </a:cubicBezTo>
                      <a:cubicBezTo>
                        <a:pt x="58" y="1156"/>
                        <a:pt x="91" y="1195"/>
                        <a:pt x="135" y="1219"/>
                      </a:cubicBezTo>
                      <a:cubicBezTo>
                        <a:pt x="187" y="1396"/>
                        <a:pt x="262" y="1528"/>
                        <a:pt x="356" y="1624"/>
                      </a:cubicBezTo>
                      <a:cubicBezTo>
                        <a:pt x="459" y="1728"/>
                        <a:pt x="582" y="1787"/>
                        <a:pt x="722" y="1810"/>
                      </a:cubicBezTo>
                      <a:cubicBezTo>
                        <a:pt x="734" y="1812"/>
                        <a:pt x="734" y="1812"/>
                        <a:pt x="734" y="1812"/>
                      </a:cubicBezTo>
                      <a:cubicBezTo>
                        <a:pt x="747" y="1810"/>
                        <a:pt x="747" y="1810"/>
                        <a:pt x="747" y="1810"/>
                      </a:cubicBezTo>
                      <a:cubicBezTo>
                        <a:pt x="901" y="1777"/>
                        <a:pt x="1024" y="1716"/>
                        <a:pt x="1123" y="1613"/>
                      </a:cubicBezTo>
                      <a:cubicBezTo>
                        <a:pt x="1214" y="1517"/>
                        <a:pt x="1282" y="1388"/>
                        <a:pt x="1332" y="1216"/>
                      </a:cubicBezTo>
                      <a:cubicBezTo>
                        <a:pt x="1374" y="1192"/>
                        <a:pt x="1406" y="1152"/>
                        <a:pt x="1427" y="1099"/>
                      </a:cubicBezTo>
                      <a:cubicBezTo>
                        <a:pt x="1451" y="1042"/>
                        <a:pt x="1462" y="967"/>
                        <a:pt x="1460" y="878"/>
                      </a:cubicBezTo>
                      <a:close/>
                      <a:moveTo>
                        <a:pt x="1301" y="1049"/>
                      </a:moveTo>
                      <a:cubicBezTo>
                        <a:pt x="1289" y="1078"/>
                        <a:pt x="1273" y="1098"/>
                        <a:pt x="1252" y="1105"/>
                      </a:cubicBezTo>
                      <a:cubicBezTo>
                        <a:pt x="1218" y="1117"/>
                        <a:pt x="1218" y="1117"/>
                        <a:pt x="1218" y="1117"/>
                      </a:cubicBezTo>
                      <a:cubicBezTo>
                        <a:pt x="1209" y="1151"/>
                        <a:pt x="1209" y="1151"/>
                        <a:pt x="1209" y="1151"/>
                      </a:cubicBezTo>
                      <a:cubicBezTo>
                        <a:pt x="1164" y="1316"/>
                        <a:pt x="1104" y="1436"/>
                        <a:pt x="1024" y="1520"/>
                      </a:cubicBezTo>
                      <a:cubicBezTo>
                        <a:pt x="948" y="1599"/>
                        <a:pt x="852" y="1648"/>
                        <a:pt x="732" y="1675"/>
                      </a:cubicBezTo>
                      <a:cubicBezTo>
                        <a:pt x="625" y="1655"/>
                        <a:pt x="532" y="1609"/>
                        <a:pt x="454" y="1530"/>
                      </a:cubicBezTo>
                      <a:cubicBezTo>
                        <a:pt x="370" y="1445"/>
                        <a:pt x="304" y="1322"/>
                        <a:pt x="257" y="1153"/>
                      </a:cubicBezTo>
                      <a:cubicBezTo>
                        <a:pt x="248" y="1117"/>
                        <a:pt x="248" y="1117"/>
                        <a:pt x="248" y="1117"/>
                      </a:cubicBezTo>
                      <a:cubicBezTo>
                        <a:pt x="212" y="1106"/>
                        <a:pt x="212" y="1106"/>
                        <a:pt x="212" y="1106"/>
                      </a:cubicBezTo>
                      <a:cubicBezTo>
                        <a:pt x="191" y="1099"/>
                        <a:pt x="174" y="1080"/>
                        <a:pt x="162" y="1051"/>
                      </a:cubicBezTo>
                      <a:cubicBezTo>
                        <a:pt x="150" y="1022"/>
                        <a:pt x="142" y="986"/>
                        <a:pt x="139" y="942"/>
                      </a:cubicBezTo>
                      <a:cubicBezTo>
                        <a:pt x="172" y="937"/>
                        <a:pt x="209" y="927"/>
                        <a:pt x="227" y="939"/>
                      </a:cubicBezTo>
                      <a:cubicBezTo>
                        <a:pt x="229" y="933"/>
                        <a:pt x="231" y="926"/>
                        <a:pt x="233" y="918"/>
                      </a:cubicBezTo>
                      <a:cubicBezTo>
                        <a:pt x="234" y="919"/>
                        <a:pt x="234" y="919"/>
                        <a:pt x="234" y="919"/>
                      </a:cubicBezTo>
                      <a:cubicBezTo>
                        <a:pt x="237" y="904"/>
                        <a:pt x="237" y="904"/>
                        <a:pt x="237" y="904"/>
                      </a:cubicBezTo>
                      <a:cubicBezTo>
                        <a:pt x="247" y="865"/>
                        <a:pt x="258" y="619"/>
                        <a:pt x="268" y="579"/>
                      </a:cubicBezTo>
                      <a:cubicBezTo>
                        <a:pt x="272" y="568"/>
                        <a:pt x="274" y="554"/>
                        <a:pt x="281" y="545"/>
                      </a:cubicBezTo>
                      <a:cubicBezTo>
                        <a:pt x="330" y="611"/>
                        <a:pt x="695" y="618"/>
                        <a:pt x="908" y="472"/>
                      </a:cubicBezTo>
                      <a:cubicBezTo>
                        <a:pt x="868" y="579"/>
                        <a:pt x="868" y="579"/>
                        <a:pt x="868" y="579"/>
                      </a:cubicBezTo>
                      <a:cubicBezTo>
                        <a:pt x="908" y="586"/>
                        <a:pt x="908" y="586"/>
                        <a:pt x="908" y="586"/>
                      </a:cubicBezTo>
                      <a:cubicBezTo>
                        <a:pt x="954" y="514"/>
                        <a:pt x="954" y="514"/>
                        <a:pt x="954" y="514"/>
                      </a:cubicBezTo>
                      <a:cubicBezTo>
                        <a:pt x="948" y="565"/>
                        <a:pt x="948" y="565"/>
                        <a:pt x="948" y="565"/>
                      </a:cubicBezTo>
                      <a:cubicBezTo>
                        <a:pt x="991" y="570"/>
                        <a:pt x="991" y="570"/>
                        <a:pt x="991" y="570"/>
                      </a:cubicBezTo>
                      <a:cubicBezTo>
                        <a:pt x="1018" y="488"/>
                        <a:pt x="1018" y="488"/>
                        <a:pt x="1018" y="488"/>
                      </a:cubicBezTo>
                      <a:cubicBezTo>
                        <a:pt x="1070" y="518"/>
                        <a:pt x="1129" y="558"/>
                        <a:pt x="1181" y="536"/>
                      </a:cubicBezTo>
                      <a:cubicBezTo>
                        <a:pt x="1198" y="575"/>
                        <a:pt x="1211" y="812"/>
                        <a:pt x="1220" y="858"/>
                      </a:cubicBezTo>
                      <a:cubicBezTo>
                        <a:pt x="1231" y="916"/>
                        <a:pt x="1231" y="916"/>
                        <a:pt x="1231" y="916"/>
                      </a:cubicBezTo>
                      <a:cubicBezTo>
                        <a:pt x="1251" y="915"/>
                        <a:pt x="1251" y="915"/>
                        <a:pt x="1251" y="915"/>
                      </a:cubicBezTo>
                      <a:cubicBezTo>
                        <a:pt x="1260" y="946"/>
                        <a:pt x="1260" y="946"/>
                        <a:pt x="1260" y="946"/>
                      </a:cubicBezTo>
                      <a:cubicBezTo>
                        <a:pt x="1283" y="943"/>
                        <a:pt x="1303" y="942"/>
                        <a:pt x="1323" y="942"/>
                      </a:cubicBezTo>
                      <a:cubicBezTo>
                        <a:pt x="1320" y="985"/>
                        <a:pt x="1312" y="1021"/>
                        <a:pt x="1301" y="104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29" name="Group 15"/>
          <p:cNvGrpSpPr/>
          <p:nvPr/>
        </p:nvGrpSpPr>
        <p:grpSpPr>
          <a:xfrm>
            <a:off x="475938" y="2016329"/>
            <a:ext cx="11240124" cy="2684619"/>
            <a:chOff x="-1061780" y="2593974"/>
            <a:chExt cx="9959915" cy="2684619"/>
          </a:xfrm>
        </p:grpSpPr>
        <p:sp>
          <p:nvSpPr>
            <p:cNvPr id="30" name="Rectangle 9"/>
            <p:cNvSpPr/>
            <p:nvPr/>
          </p:nvSpPr>
          <p:spPr>
            <a:xfrm>
              <a:off x="-1061780" y="2593974"/>
              <a:ext cx="9959915" cy="1141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6000" b="1" spc="600" dirty="0">
                <a:solidFill>
                  <a:prstClr val="white"/>
                </a:solidFill>
                <a:latin typeface="微软雅黑" panose="020B0503020204020204" pitchFamily="3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31" name="Rectangle 10"/>
            <p:cNvSpPr/>
            <p:nvPr/>
          </p:nvSpPr>
          <p:spPr>
            <a:xfrm>
              <a:off x="2711753" y="4818218"/>
              <a:ext cx="2227241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400" b="1" dirty="0">
                  <a:solidFill>
                    <a:prstClr val="white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结题汇报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98695" y="230552"/>
            <a:ext cx="4317194" cy="1355053"/>
            <a:chOff x="9606192" y="3291819"/>
            <a:chExt cx="2285312" cy="717299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1819"/>
              <a:ext cx="758750" cy="717299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10595"/>
              <a:ext cx="1526561" cy="487033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10387059" y="3832847"/>
              <a:ext cx="1476988" cy="114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800" b="1" spc="200" dirty="0">
                  <a:solidFill>
                    <a:prstClr val="black"/>
                  </a:solidFill>
                  <a:latin typeface="Calibri Light" panose="020F0302020204030204" pitchFamily="34" charset="0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54109-2758-1B18-8755-8452BA58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DD4D6B6-F9F5-D78C-4F19-4E0E66BD6ECE}"/>
              </a:ext>
            </a:extLst>
          </p:cNvPr>
          <p:cNvCxnSpPr/>
          <p:nvPr/>
        </p:nvCxnSpPr>
        <p:spPr>
          <a:xfrm>
            <a:off x="1212703" y="732312"/>
            <a:ext cx="1071544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KSO_Shape">
            <a:extLst>
              <a:ext uri="{FF2B5EF4-FFF2-40B4-BE49-F238E27FC236}">
                <a16:creationId xmlns:a16="http://schemas.microsoft.com/office/drawing/2014/main" id="{86F516D8-52DD-F243-8B09-701F770BEDB0}"/>
              </a:ext>
            </a:extLst>
          </p:cNvPr>
          <p:cNvSpPr/>
          <p:nvPr/>
        </p:nvSpPr>
        <p:spPr bwMode="auto">
          <a:xfrm>
            <a:off x="350237" y="188260"/>
            <a:ext cx="1052860" cy="665995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rgbClr val="024282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E299AF8-9E73-430A-5784-65545399BE8B}"/>
              </a:ext>
            </a:extLst>
          </p:cNvPr>
          <p:cNvGrpSpPr/>
          <p:nvPr/>
        </p:nvGrpSpPr>
        <p:grpSpPr>
          <a:xfrm>
            <a:off x="10053110" y="30324"/>
            <a:ext cx="1960201" cy="638110"/>
            <a:chOff x="9606192" y="3299153"/>
            <a:chExt cx="2203461" cy="717299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1C2E774A-3BDA-A947-3BEB-192A64225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9153"/>
              <a:ext cx="758750" cy="71729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30DC894-4C9D-069A-877F-0975783A7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56582"/>
              <a:ext cx="1428761" cy="455831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6F9455E-423B-E69D-4FCA-A31D29FDE34E}"/>
                </a:ext>
              </a:extLst>
            </p:cNvPr>
            <p:cNvSpPr txBox="1"/>
            <p:nvPr/>
          </p:nvSpPr>
          <p:spPr>
            <a:xfrm>
              <a:off x="10351104" y="3823485"/>
              <a:ext cx="1458549" cy="172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460CB77C-0631-39EA-1888-364AAC6CAB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70799" y="6343596"/>
            <a:ext cx="1358888" cy="38250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AD6B711-1802-E805-4C44-799F7F4BE413}"/>
              </a:ext>
            </a:extLst>
          </p:cNvPr>
          <p:cNvSpPr txBox="1"/>
          <p:nvPr/>
        </p:nvSpPr>
        <p:spPr>
          <a:xfrm>
            <a:off x="1403097" y="309145"/>
            <a:ext cx="44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总流程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4E97C0-2CB3-8A03-7908-2F6230608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32556" y="-1320643"/>
            <a:ext cx="6122690" cy="99707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C9FA667-2B14-2937-BE4F-FADEF39D7928}"/>
                  </a:ext>
                </a:extLst>
              </p14:cNvPr>
              <p14:cNvContentPartPr/>
              <p14:nvPr/>
            </p14:nvContentPartPr>
            <p14:xfrm>
              <a:off x="4965620" y="2195780"/>
              <a:ext cx="52560" cy="1072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C9FA667-2B14-2937-BE4F-FADEF39D79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9500" y="2189660"/>
                <a:ext cx="648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B3D2689-58DB-8274-6887-3EB0D748E81D}"/>
                  </a:ext>
                </a:extLst>
              </p14:cNvPr>
              <p14:cNvContentPartPr/>
              <p14:nvPr/>
            </p14:nvContentPartPr>
            <p14:xfrm>
              <a:off x="5052740" y="2091380"/>
              <a:ext cx="77760" cy="2066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B3D2689-58DB-8274-6887-3EB0D748E8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46620" y="2085260"/>
                <a:ext cx="9000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B3DB83A6-857A-C91F-6762-57BF0DCF4DD4}"/>
              </a:ext>
            </a:extLst>
          </p:cNvPr>
          <p:cNvGrpSpPr/>
          <p:nvPr/>
        </p:nvGrpSpPr>
        <p:grpSpPr>
          <a:xfrm>
            <a:off x="4834580" y="2359580"/>
            <a:ext cx="527040" cy="165960"/>
            <a:chOff x="4834580" y="2359580"/>
            <a:chExt cx="52704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7A0FAA7A-2BAE-56E5-5625-B37DB6F436E2}"/>
                    </a:ext>
                  </a:extLst>
                </p14:cNvPr>
                <p14:cNvContentPartPr/>
                <p14:nvPr/>
              </p14:nvContentPartPr>
              <p14:xfrm>
                <a:off x="4834580" y="2452100"/>
                <a:ext cx="361080" cy="172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7A0FAA7A-2BAE-56E5-5625-B37DB6F436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28460" y="2445980"/>
                  <a:ext cx="373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A65B7D0-E6DA-4273-C5A5-48E341C390D1}"/>
                    </a:ext>
                  </a:extLst>
                </p14:cNvPr>
                <p14:cNvContentPartPr/>
                <p14:nvPr/>
              </p14:nvContentPartPr>
              <p14:xfrm>
                <a:off x="5046620" y="2359580"/>
                <a:ext cx="111240" cy="1659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A65B7D0-E6DA-4273-C5A5-48E341C390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40500" y="2353460"/>
                  <a:ext cx="12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8FF2AD7-3BE9-51A2-1585-18202D8280EA}"/>
                    </a:ext>
                  </a:extLst>
                </p14:cNvPr>
                <p14:cNvContentPartPr/>
                <p14:nvPr/>
              </p14:nvContentPartPr>
              <p14:xfrm>
                <a:off x="5157860" y="2445260"/>
                <a:ext cx="203760" cy="136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8FF2AD7-3BE9-51A2-1585-18202D8280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51740" y="2439140"/>
                  <a:ext cx="216000" cy="2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714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1212703" y="732312"/>
            <a:ext cx="1071544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KSO_Shape"/>
          <p:cNvSpPr/>
          <p:nvPr/>
        </p:nvSpPr>
        <p:spPr bwMode="auto">
          <a:xfrm>
            <a:off x="350237" y="188260"/>
            <a:ext cx="1052860" cy="665995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rgbClr val="024282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0053110" y="30324"/>
            <a:ext cx="1960201" cy="638110"/>
            <a:chOff x="9606192" y="3299153"/>
            <a:chExt cx="2203461" cy="717299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9153"/>
              <a:ext cx="758750" cy="71729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56582"/>
              <a:ext cx="1428761" cy="455831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10351104" y="3823485"/>
              <a:ext cx="1458549" cy="172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70799" y="6343596"/>
            <a:ext cx="1358888" cy="3825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1C3528-89B6-4F66-EEB3-D535B917F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96" y="799362"/>
            <a:ext cx="4148662" cy="51079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2423A20-A141-87D4-D656-828EFFFAE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785" y="786148"/>
            <a:ext cx="3057525" cy="45148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CCFC450-88F2-9EF9-46B0-D2437223759D}"/>
              </a:ext>
            </a:extLst>
          </p:cNvPr>
          <p:cNvSpPr txBox="1"/>
          <p:nvPr/>
        </p:nvSpPr>
        <p:spPr>
          <a:xfrm>
            <a:off x="1403097" y="309145"/>
            <a:ext cx="44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PC</a:t>
            </a:r>
            <a:r>
              <a:rPr lang="zh-CN" altLang="en-US" b="1" dirty="0"/>
              <a:t>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864CE6-9A97-CD53-7446-D3F05D6FA387}"/>
              </a:ext>
            </a:extLst>
          </p:cNvPr>
          <p:cNvSpPr txBox="1"/>
          <p:nvPr/>
        </p:nvSpPr>
        <p:spPr>
          <a:xfrm>
            <a:off x="2277416" y="4925359"/>
            <a:ext cx="3059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对指令中的</a:t>
            </a:r>
            <a:r>
              <a:rPr lang="zh-CN" altLang="en-US" b="1" dirty="0"/>
              <a:t>分支信号（</a:t>
            </a:r>
            <a:r>
              <a:rPr lang="en-US" altLang="zh-CN" b="1" dirty="0"/>
              <a:t>pcImm_NEXTPC_rs1Imm</a:t>
            </a:r>
            <a:r>
              <a:rPr lang="zh-CN" altLang="en-US" b="1" dirty="0"/>
              <a:t>和</a:t>
            </a:r>
            <a:r>
              <a:rPr lang="en-US" altLang="zh-CN" b="1" dirty="0" err="1"/>
              <a:t>condition_branch</a:t>
            </a:r>
            <a:r>
              <a:rPr lang="zh-CN" altLang="en-US" b="1" dirty="0"/>
              <a:t>）</a:t>
            </a:r>
            <a:r>
              <a:rPr lang="zh-CN" altLang="en-US" dirty="0"/>
              <a:t>处理，输出跳转信号（</a:t>
            </a:r>
            <a:r>
              <a:rPr lang="en-US" altLang="zh-CN" dirty="0"/>
              <a:t>flush</a:t>
            </a:r>
            <a:r>
              <a:rPr lang="zh-CN" altLang="en-US" dirty="0"/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D585B8-0F52-4B45-ED80-4880AC89D1BB}"/>
              </a:ext>
            </a:extLst>
          </p:cNvPr>
          <p:cNvSpPr txBox="1"/>
          <p:nvPr/>
        </p:nvSpPr>
        <p:spPr>
          <a:xfrm>
            <a:off x="9971099" y="5282013"/>
            <a:ext cx="1864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flush</a:t>
            </a:r>
            <a:r>
              <a:rPr lang="zh-CN" altLang="en-US" dirty="0"/>
              <a:t>作为</a:t>
            </a:r>
            <a:r>
              <a:rPr lang="en-US" altLang="zh-CN" dirty="0"/>
              <a:t>PC</a:t>
            </a:r>
            <a:r>
              <a:rPr lang="zh-CN" altLang="en-US" dirty="0"/>
              <a:t>的控制信号，左右</a:t>
            </a:r>
            <a:r>
              <a:rPr lang="en-US" altLang="zh-CN" dirty="0"/>
              <a:t>PC</a:t>
            </a:r>
            <a:r>
              <a:rPr lang="zh-CN" altLang="en-US" dirty="0"/>
              <a:t>的跳转方向</a:t>
            </a:r>
            <a:endParaRPr lang="en-US" altLang="zh-CN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D9470CE-57F9-1451-EB7E-08A54BF873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42" y="3625569"/>
            <a:ext cx="2186422" cy="257977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312446D-F52A-5A80-B36F-F609FAD749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93" y="4140805"/>
            <a:ext cx="774230" cy="10387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7B1F6A5-2F97-91C0-13EE-B03FA9AFEB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5162" y="262968"/>
            <a:ext cx="3244477" cy="3316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B20C-5881-01CD-6916-8A4D64D3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E1AA7B7-5DF7-8CF1-6294-629D8A8431B5}"/>
              </a:ext>
            </a:extLst>
          </p:cNvPr>
          <p:cNvCxnSpPr/>
          <p:nvPr/>
        </p:nvCxnSpPr>
        <p:spPr>
          <a:xfrm>
            <a:off x="1212703" y="732312"/>
            <a:ext cx="1071544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KSO_Shape">
            <a:extLst>
              <a:ext uri="{FF2B5EF4-FFF2-40B4-BE49-F238E27FC236}">
                <a16:creationId xmlns:a16="http://schemas.microsoft.com/office/drawing/2014/main" id="{CF2C70EC-256E-0AE0-0C73-DE21DC84FFB8}"/>
              </a:ext>
            </a:extLst>
          </p:cNvPr>
          <p:cNvSpPr/>
          <p:nvPr/>
        </p:nvSpPr>
        <p:spPr bwMode="auto">
          <a:xfrm>
            <a:off x="350237" y="188260"/>
            <a:ext cx="1052860" cy="665995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rgbClr val="024282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E01B551-7FE1-FF1B-A638-4F05F69359A2}"/>
              </a:ext>
            </a:extLst>
          </p:cNvPr>
          <p:cNvGrpSpPr/>
          <p:nvPr/>
        </p:nvGrpSpPr>
        <p:grpSpPr>
          <a:xfrm>
            <a:off x="10053110" y="30324"/>
            <a:ext cx="1960201" cy="638110"/>
            <a:chOff x="9606192" y="3299153"/>
            <a:chExt cx="2203461" cy="717299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BF9675CF-5C0E-0882-9B55-DA618243C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9153"/>
              <a:ext cx="758750" cy="71729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8E7B130D-4A72-ED15-D9A1-CAC732C93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56582"/>
              <a:ext cx="1428761" cy="455831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80C33A5-95B1-4B4E-D603-E07E6590A92C}"/>
                </a:ext>
              </a:extLst>
            </p:cNvPr>
            <p:cNvSpPr txBox="1"/>
            <p:nvPr/>
          </p:nvSpPr>
          <p:spPr>
            <a:xfrm>
              <a:off x="10351104" y="3823485"/>
              <a:ext cx="1458549" cy="172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EA40A1FE-1F6E-6E38-7C79-E3313A3F7E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70799" y="6343596"/>
            <a:ext cx="1358888" cy="38250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0749C21-7837-2951-7044-D2B5BD31E4C8}"/>
              </a:ext>
            </a:extLst>
          </p:cNvPr>
          <p:cNvSpPr txBox="1"/>
          <p:nvPr/>
        </p:nvSpPr>
        <p:spPr>
          <a:xfrm>
            <a:off x="1403097" y="309145"/>
            <a:ext cx="44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Hazard detection</a:t>
            </a:r>
            <a:r>
              <a:rPr lang="zh-CN" altLang="en-US" b="1" dirty="0"/>
              <a:t>模块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C98CF0-FADB-E566-CBE7-8767E6F49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857" y="760131"/>
            <a:ext cx="2088747" cy="56631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D3809C-663F-932B-2BC2-AA8A9FB27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3" y="760131"/>
            <a:ext cx="5991225" cy="35147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5902E30-FEE4-4536-460E-BD80CCA4556E}"/>
              </a:ext>
            </a:extLst>
          </p:cNvPr>
          <p:cNvSpPr txBox="1"/>
          <p:nvPr/>
        </p:nvSpPr>
        <p:spPr>
          <a:xfrm>
            <a:off x="350237" y="4597807"/>
            <a:ext cx="4660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判断</a:t>
            </a:r>
            <a:r>
              <a:rPr lang="zh-CN" altLang="en-US" b="1" dirty="0"/>
              <a:t>回写的</a:t>
            </a:r>
            <a:r>
              <a:rPr lang="en-US" altLang="zh-CN" b="1" dirty="0" err="1"/>
              <a:t>rd</a:t>
            </a:r>
            <a:r>
              <a:rPr lang="zh-CN" altLang="en-US" dirty="0"/>
              <a:t>是否等于</a:t>
            </a:r>
            <a:r>
              <a:rPr lang="zh-CN" altLang="en-US" b="1" dirty="0"/>
              <a:t>取指令时的</a:t>
            </a:r>
            <a:r>
              <a:rPr lang="en-US" altLang="zh-CN" b="1" dirty="0" err="1"/>
              <a:t>rs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避免读到旧的数据，保证数据读写的正确性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8B7995E-87BC-20A8-9A93-58B1C89526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664" y="1512046"/>
            <a:ext cx="2186422" cy="25797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CF91821-1B78-AC17-5031-50A0B8615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215" y="2027282"/>
            <a:ext cx="774230" cy="10387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046428-1D22-D578-2EB9-508CE1B728E6}"/>
              </a:ext>
            </a:extLst>
          </p:cNvPr>
          <p:cNvSpPr txBox="1"/>
          <p:nvPr/>
        </p:nvSpPr>
        <p:spPr>
          <a:xfrm>
            <a:off x="8831463" y="4681730"/>
            <a:ext cx="3364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Pause</a:t>
            </a:r>
            <a:r>
              <a:rPr lang="zh-CN" altLang="en-US" dirty="0"/>
              <a:t>信号：</a:t>
            </a:r>
            <a:endParaRPr lang="en-US" altLang="zh-CN" dirty="0"/>
          </a:p>
          <a:p>
            <a:r>
              <a:rPr lang="en-US" altLang="zh-CN" dirty="0"/>
              <a:t>pc&lt;=pc</a:t>
            </a:r>
            <a:r>
              <a:rPr lang="zh-CN" altLang="en-US" dirty="0"/>
              <a:t>，阻塞下一个</a:t>
            </a:r>
            <a:r>
              <a:rPr lang="en-US" altLang="zh-CN" dirty="0"/>
              <a:t>instruction</a:t>
            </a:r>
            <a:r>
              <a:rPr lang="zh-CN" altLang="en-US" dirty="0"/>
              <a:t>的输入</a:t>
            </a:r>
          </a:p>
        </p:txBody>
      </p:sp>
    </p:spTree>
    <p:extLst>
      <p:ext uri="{BB962C8B-B14F-4D97-AF65-F5344CB8AC3E}">
        <p14:creationId xmlns:p14="http://schemas.microsoft.com/office/powerpoint/2010/main" val="165019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EBDD-44FB-E32D-E7EA-52580F22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856E8FD-6643-6562-B386-236BA2664F28}"/>
              </a:ext>
            </a:extLst>
          </p:cNvPr>
          <p:cNvCxnSpPr/>
          <p:nvPr/>
        </p:nvCxnSpPr>
        <p:spPr>
          <a:xfrm>
            <a:off x="1212703" y="732312"/>
            <a:ext cx="1071544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KSO_Shape">
            <a:extLst>
              <a:ext uri="{FF2B5EF4-FFF2-40B4-BE49-F238E27FC236}">
                <a16:creationId xmlns:a16="http://schemas.microsoft.com/office/drawing/2014/main" id="{BB353850-532F-97BD-2FC4-15559D8D64B7}"/>
              </a:ext>
            </a:extLst>
          </p:cNvPr>
          <p:cNvSpPr/>
          <p:nvPr/>
        </p:nvSpPr>
        <p:spPr bwMode="auto">
          <a:xfrm>
            <a:off x="350237" y="188260"/>
            <a:ext cx="1052860" cy="665995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rgbClr val="024282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6A1FBB1-8D93-23BC-A7CA-52284C41BA7C}"/>
              </a:ext>
            </a:extLst>
          </p:cNvPr>
          <p:cNvGrpSpPr/>
          <p:nvPr/>
        </p:nvGrpSpPr>
        <p:grpSpPr>
          <a:xfrm>
            <a:off x="10053110" y="30324"/>
            <a:ext cx="1960201" cy="638110"/>
            <a:chOff x="9606192" y="3299153"/>
            <a:chExt cx="2203461" cy="717299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15C998FB-BCC9-F80D-03D2-58E186842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9153"/>
              <a:ext cx="758750" cy="71729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CD782D9F-4979-D9F8-CB28-8DB180E08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56582"/>
              <a:ext cx="1428761" cy="455831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33B1583-135D-8CF3-4B6F-431192BCE986}"/>
                </a:ext>
              </a:extLst>
            </p:cNvPr>
            <p:cNvSpPr txBox="1"/>
            <p:nvPr/>
          </p:nvSpPr>
          <p:spPr>
            <a:xfrm>
              <a:off x="10351104" y="3823485"/>
              <a:ext cx="1458549" cy="172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F072825F-5F0A-E4CD-DCDA-A583B8C2CBC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70799" y="6343596"/>
            <a:ext cx="1358888" cy="38250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1E1CB50-EE89-1BAA-826A-1006A5C075F3}"/>
              </a:ext>
            </a:extLst>
          </p:cNvPr>
          <p:cNvSpPr txBox="1"/>
          <p:nvPr/>
        </p:nvSpPr>
        <p:spPr>
          <a:xfrm>
            <a:off x="1403097" y="309145"/>
            <a:ext cx="44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Forward unit</a:t>
            </a:r>
            <a:r>
              <a:rPr lang="zh-CN" altLang="en-US" b="1" dirty="0"/>
              <a:t>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B79E00-0D44-0122-93D2-420DDF5A3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574" y="1092756"/>
            <a:ext cx="4797611" cy="50677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8925E9-0C20-14DE-3ED0-2BDA1816B4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468" y="799459"/>
            <a:ext cx="4204059" cy="1750444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7D3A0CE5-C985-1C5B-00E7-DB7723BA60DB}"/>
              </a:ext>
            </a:extLst>
          </p:cNvPr>
          <p:cNvSpPr/>
          <p:nvPr/>
        </p:nvSpPr>
        <p:spPr>
          <a:xfrm>
            <a:off x="631651" y="3801957"/>
            <a:ext cx="3699429" cy="8686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82A2835-E603-EEAC-10E9-F98B6029B561}"/>
              </a:ext>
            </a:extLst>
          </p:cNvPr>
          <p:cNvSpPr/>
          <p:nvPr/>
        </p:nvSpPr>
        <p:spPr>
          <a:xfrm>
            <a:off x="422091" y="5417962"/>
            <a:ext cx="3777829" cy="8686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2CF03E5-B67F-D10E-C2E3-2A4FC992E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686" y="2944501"/>
            <a:ext cx="2172003" cy="1857634"/>
          </a:xfrm>
          <a:prstGeom prst="rect">
            <a:avLst/>
          </a:prstGeom>
        </p:spPr>
      </p:pic>
      <p:sp>
        <p:nvSpPr>
          <p:cNvPr id="24" name="椭圆 23">
            <a:extLst>
              <a:ext uri="{FF2B5EF4-FFF2-40B4-BE49-F238E27FC236}">
                <a16:creationId xmlns:a16="http://schemas.microsoft.com/office/drawing/2014/main" id="{1004ED50-1BA6-2E54-0077-3B3A33FB23EC}"/>
              </a:ext>
            </a:extLst>
          </p:cNvPr>
          <p:cNvSpPr/>
          <p:nvPr/>
        </p:nvSpPr>
        <p:spPr>
          <a:xfrm>
            <a:off x="4551333" y="2796254"/>
            <a:ext cx="2631060" cy="201517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4B6624-9F01-B27D-6DB0-84FABEC3E167}"/>
              </a:ext>
            </a:extLst>
          </p:cNvPr>
          <p:cNvSpPr txBox="1"/>
          <p:nvPr/>
        </p:nvSpPr>
        <p:spPr>
          <a:xfrm>
            <a:off x="2884158" y="4402552"/>
            <a:ext cx="221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ALU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选择信号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961FE-B08D-52E8-EAE8-5F5CCF08BF5D}"/>
              </a:ext>
            </a:extLst>
          </p:cNvPr>
          <p:cNvSpPr txBox="1"/>
          <p:nvPr/>
        </p:nvSpPr>
        <p:spPr>
          <a:xfrm>
            <a:off x="2170352" y="6286563"/>
            <a:ext cx="2451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存储器输出</a:t>
            </a:r>
            <a:r>
              <a:rPr lang="en-US" altLang="zh-CN" dirty="0">
                <a:solidFill>
                  <a:srgbClr val="00B050"/>
                </a:solidFill>
              </a:rPr>
              <a:t>-</a:t>
            </a:r>
            <a:r>
              <a:rPr lang="zh-CN" altLang="en-US" dirty="0">
                <a:solidFill>
                  <a:srgbClr val="00B050"/>
                </a:solidFill>
              </a:rPr>
              <a:t>选择信号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896428-822D-941D-6FA3-900E76EE03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2646" y="1084607"/>
            <a:ext cx="4844647" cy="4967635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F2932F0B-2479-53F8-7A77-8EC8A3FC9930}"/>
              </a:ext>
            </a:extLst>
          </p:cNvPr>
          <p:cNvSpPr txBox="1"/>
          <p:nvPr/>
        </p:nvSpPr>
        <p:spPr>
          <a:xfrm>
            <a:off x="4420173" y="5355071"/>
            <a:ext cx="3549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判断写回</a:t>
            </a:r>
            <a:r>
              <a:rPr lang="en-US" altLang="zh-CN" dirty="0" err="1"/>
              <a:t>rd</a:t>
            </a:r>
            <a:r>
              <a:rPr lang="zh-CN" altLang="en-US" dirty="0"/>
              <a:t>与译码</a:t>
            </a:r>
            <a:r>
              <a:rPr lang="en-US" altLang="zh-CN" dirty="0" err="1"/>
              <a:t>rs</a:t>
            </a:r>
            <a:r>
              <a:rPr lang="en-US" altLang="zh-CN" dirty="0"/>
              <a:t>,</a:t>
            </a:r>
            <a:r>
              <a:rPr lang="zh-CN" altLang="en-US" dirty="0"/>
              <a:t>执行写回阶段对</a:t>
            </a:r>
            <a:r>
              <a:rPr lang="en-US" altLang="zh-CN" dirty="0"/>
              <a:t>ALU</a:t>
            </a:r>
            <a:r>
              <a:rPr lang="zh-CN" altLang="en-US" dirty="0"/>
              <a:t>的前递</a:t>
            </a:r>
            <a:r>
              <a:rPr lang="zh-CN" altLang="en-US" dirty="0">
                <a:solidFill>
                  <a:srgbClr val="00B050"/>
                </a:solidFill>
              </a:rPr>
              <a:t>（绿色）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判断存储</a:t>
            </a:r>
            <a:r>
              <a:rPr lang="en-US" altLang="zh-CN" dirty="0" err="1"/>
              <a:t>rd</a:t>
            </a:r>
            <a:r>
              <a:rPr lang="zh-CN" altLang="en-US" dirty="0"/>
              <a:t>与译码</a:t>
            </a:r>
            <a:r>
              <a:rPr lang="en-US" altLang="zh-CN" dirty="0" err="1"/>
              <a:t>rs</a:t>
            </a:r>
            <a:r>
              <a:rPr lang="en-US" altLang="zh-CN" dirty="0"/>
              <a:t>,</a:t>
            </a:r>
            <a:r>
              <a:rPr lang="zh-CN" altLang="en-US" dirty="0"/>
              <a:t>执行写回阶段对</a:t>
            </a:r>
            <a:r>
              <a:rPr lang="en-US" altLang="zh-CN" dirty="0"/>
              <a:t>ALU</a:t>
            </a:r>
            <a:r>
              <a:rPr lang="zh-CN" altLang="en-US" dirty="0"/>
              <a:t>的前递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（蓝色）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66F583-5432-C99F-1704-CED922C6754C}"/>
              </a:ext>
            </a:extLst>
          </p:cNvPr>
          <p:cNvSpPr txBox="1"/>
          <p:nvPr/>
        </p:nvSpPr>
        <p:spPr>
          <a:xfrm>
            <a:off x="6529656" y="3429000"/>
            <a:ext cx="872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选择器实例化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30C09FC-2498-931B-8BC9-AB81BFB562B3}"/>
              </a:ext>
            </a:extLst>
          </p:cNvPr>
          <p:cNvSpPr/>
          <p:nvPr/>
        </p:nvSpPr>
        <p:spPr>
          <a:xfrm>
            <a:off x="9073650" y="3233826"/>
            <a:ext cx="531066" cy="8415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E1CF638-4F07-886C-3888-1DAB67D59A32}"/>
                  </a:ext>
                </a:extLst>
              </p14:cNvPr>
              <p14:cNvContentPartPr/>
              <p14:nvPr/>
            </p14:nvContentPartPr>
            <p14:xfrm>
              <a:off x="10800796" y="3768076"/>
              <a:ext cx="360" cy="3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E1CF638-4F07-886C-3888-1DAB67D59A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94676" y="37619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394A969-B606-1079-8907-5E15E245A1F6}"/>
                  </a:ext>
                </a:extLst>
              </p14:cNvPr>
              <p14:cNvContentPartPr/>
              <p14:nvPr/>
            </p14:nvContentPartPr>
            <p14:xfrm>
              <a:off x="9132916" y="3838636"/>
              <a:ext cx="1656000" cy="12546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394A969-B606-1079-8907-5E15E245A1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26796" y="3832516"/>
                <a:ext cx="1668240" cy="12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276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1780458"/>
            <a:ext cx="12192000" cy="3449505"/>
          </a:xfrm>
          <a:prstGeom prst="rect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12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等腰三角形 115"/>
          <p:cNvSpPr/>
          <p:nvPr/>
        </p:nvSpPr>
        <p:spPr>
          <a:xfrm flipV="1">
            <a:off x="5939807" y="5216315"/>
            <a:ext cx="312387" cy="187653"/>
          </a:xfrm>
          <a:prstGeom prst="triangle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" y="2317673"/>
            <a:ext cx="12192000" cy="2275247"/>
            <a:chOff x="1" y="2317673"/>
            <a:chExt cx="12192000" cy="2275247"/>
          </a:xfrm>
        </p:grpSpPr>
        <p:sp>
          <p:nvSpPr>
            <p:cNvPr id="31" name="Rectangle 10"/>
            <p:cNvSpPr/>
            <p:nvPr/>
          </p:nvSpPr>
          <p:spPr>
            <a:xfrm>
              <a:off x="1460311" y="4339042"/>
              <a:ext cx="9253445" cy="2538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THANKS FOR YOUR LISTENING</a:t>
              </a:r>
              <a:r>
                <a:rPr kumimoji="0" lang="en-US" altLang="zh-CN" sz="105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!</a:t>
              </a:r>
            </a:p>
          </p:txBody>
        </p:sp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1" y="2317673"/>
              <a:ext cx="12192000" cy="1322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8000" b="1" kern="0" spc="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汇报结束 感谢倾听</a:t>
              </a:r>
              <a:r>
                <a:rPr lang="zh-CN" altLang="en-US" sz="8000" b="1" i="1" kern="0" spc="3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1546484" y="3983237"/>
              <a:ext cx="9126328" cy="0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grpSp>
        <p:nvGrpSpPr>
          <p:cNvPr id="35" name="组合 34"/>
          <p:cNvGrpSpPr/>
          <p:nvPr/>
        </p:nvGrpSpPr>
        <p:grpSpPr>
          <a:xfrm>
            <a:off x="298695" y="230552"/>
            <a:ext cx="4317194" cy="1355053"/>
            <a:chOff x="9606192" y="3291819"/>
            <a:chExt cx="2285312" cy="717299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06192" y="3291819"/>
              <a:ext cx="758750" cy="717299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364943" y="3310595"/>
              <a:ext cx="1526561" cy="487033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10387059" y="3832847"/>
              <a:ext cx="1476988" cy="114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800" b="1" spc="200" dirty="0">
                  <a:solidFill>
                    <a:prstClr val="black"/>
                  </a:solidFill>
                  <a:latin typeface="Calibri Light" panose="020F0302020204030204" pitchFamily="34" charset="0"/>
                  <a:cs typeface="Segoe UI Light" panose="020B0502040204020203" pitchFamily="34" charset="0"/>
                </a:rPr>
                <a:t>SOUTHEAST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g3OTcxYWVmYzM1ZGYyMjVkZGJhYTI2OTlkMTI2M2IifQ=="/>
</p:tagLst>
</file>

<file path=ppt/theme/theme1.xml><?xml version="1.0" encoding="utf-8"?>
<a:theme xmlns:a="http://schemas.openxmlformats.org/drawingml/2006/main" name="第一PPT，www.1ppt.com">
  <a:themeElements>
    <a:clrScheme name="交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5483"/>
      </a:accent1>
      <a:accent2>
        <a:srgbClr val="025483"/>
      </a:accent2>
      <a:accent3>
        <a:srgbClr val="025483"/>
      </a:accent3>
      <a:accent4>
        <a:srgbClr val="025483"/>
      </a:accent4>
      <a:accent5>
        <a:srgbClr val="025483"/>
      </a:accent5>
      <a:accent6>
        <a:srgbClr val="025483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178</Words>
  <Application>Microsoft Office PowerPoint</Application>
  <PresentationFormat>宽屏</PresentationFormat>
  <Paragraphs>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微软雅黑 Light</vt:lpstr>
      <vt:lpstr>Arial</vt:lpstr>
      <vt:lpstr>Calibri</vt:lpstr>
      <vt:lpstr>Calibri Light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chi zhang</cp:lastModifiedBy>
  <cp:revision>116</cp:revision>
  <dcterms:created xsi:type="dcterms:W3CDTF">2021-03-27T02:03:00Z</dcterms:created>
  <dcterms:modified xsi:type="dcterms:W3CDTF">2025-06-04T03:32:44Z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66FC8B7079FB458389CF6B79580CB012_12</vt:lpwstr>
  </property>
  <property fmtid="{D5CDD505-2E9C-101B-9397-08002B2CF9AE}" pid="3" name="KSOProductBuildVer">
    <vt:lpwstr>2052-12.1.0.21171</vt:lpwstr>
  </property>
</Properties>
</file>